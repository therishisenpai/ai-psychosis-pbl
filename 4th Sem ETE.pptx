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75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1226"/>
    <a:srgbClr val="EDEDED"/>
    <a:srgbClr val="0B0B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4E9210-E92A-4750-8683-0B1B0FABE70B}" type="doc">
      <dgm:prSet loTypeId="urn:microsoft.com/office/officeart/2005/8/layout/process4" loCatId="list" qsTypeId="urn:microsoft.com/office/officeart/2005/8/quickstyle/3d3" qsCatId="3D" csTypeId="urn:microsoft.com/office/officeart/2005/8/colors/accent3_5" csCatId="accent3" phldr="1"/>
      <dgm:spPr/>
      <dgm:t>
        <a:bodyPr/>
        <a:lstStyle/>
        <a:p>
          <a:endParaRPr lang="en-IN"/>
        </a:p>
      </dgm:t>
    </dgm:pt>
    <dgm:pt modelId="{3B413103-B985-4CE9-A0A7-A252E1D6060B}">
      <dgm:prSet/>
      <dgm:spPr/>
      <dgm:t>
        <a:bodyPr/>
        <a:lstStyle/>
        <a:p>
          <a:r>
            <a:rPr lang="en-US" dirty="0"/>
            <a:t>Introduction</a:t>
          </a:r>
          <a:endParaRPr lang="en-IN" dirty="0"/>
        </a:p>
      </dgm:t>
    </dgm:pt>
    <dgm:pt modelId="{8C788ACA-CAA4-4F25-A394-6468594B97B3}" type="parTrans" cxnId="{58CCD703-E8A6-4F77-BD84-194C037C0A1B}">
      <dgm:prSet/>
      <dgm:spPr/>
      <dgm:t>
        <a:bodyPr/>
        <a:lstStyle/>
        <a:p>
          <a:endParaRPr lang="en-IN"/>
        </a:p>
      </dgm:t>
    </dgm:pt>
    <dgm:pt modelId="{7D05DDCC-851B-4CD4-B979-EB5BFF021B4D}" type="sibTrans" cxnId="{58CCD703-E8A6-4F77-BD84-194C037C0A1B}">
      <dgm:prSet/>
      <dgm:spPr/>
      <dgm:t>
        <a:bodyPr/>
        <a:lstStyle/>
        <a:p>
          <a:endParaRPr lang="en-IN"/>
        </a:p>
      </dgm:t>
    </dgm:pt>
    <dgm:pt modelId="{C307D01F-03DA-40CE-9D25-0944CC6A8081}">
      <dgm:prSet/>
      <dgm:spPr/>
      <dgm:t>
        <a:bodyPr/>
        <a:lstStyle/>
        <a:p>
          <a:r>
            <a:rPr lang="en-US"/>
            <a:t>Literature Review</a:t>
          </a:r>
          <a:endParaRPr lang="en-IN"/>
        </a:p>
      </dgm:t>
    </dgm:pt>
    <dgm:pt modelId="{DA7C1558-0115-48FF-953E-6138D9F72574}" type="sibTrans" cxnId="{103326F7-8BEA-4A34-B01C-7627A54D8ADC}">
      <dgm:prSet/>
      <dgm:spPr/>
      <dgm:t>
        <a:bodyPr/>
        <a:lstStyle/>
        <a:p>
          <a:endParaRPr lang="en-IN"/>
        </a:p>
      </dgm:t>
    </dgm:pt>
    <dgm:pt modelId="{AC413473-D91C-48D9-9625-DD0C0C49757A}" type="parTrans" cxnId="{103326F7-8BEA-4A34-B01C-7627A54D8ADC}">
      <dgm:prSet/>
      <dgm:spPr/>
      <dgm:t>
        <a:bodyPr/>
        <a:lstStyle/>
        <a:p>
          <a:endParaRPr lang="en-IN"/>
        </a:p>
      </dgm:t>
    </dgm:pt>
    <dgm:pt modelId="{8E8704D5-C24B-473A-AB02-B0B1E3D888A0}">
      <dgm:prSet/>
      <dgm:spPr/>
      <dgm:t>
        <a:bodyPr/>
        <a:lstStyle/>
        <a:p>
          <a:r>
            <a:rPr lang="en-US" dirty="0"/>
            <a:t>Problem Statement</a:t>
          </a:r>
          <a:endParaRPr lang="en-IN" dirty="0"/>
        </a:p>
      </dgm:t>
    </dgm:pt>
    <dgm:pt modelId="{A8A27B11-DAD9-4A02-9571-464F015668A4}" type="sibTrans" cxnId="{CB9A0E03-BA26-4D16-91C5-4CEB98A28554}">
      <dgm:prSet/>
      <dgm:spPr/>
      <dgm:t>
        <a:bodyPr/>
        <a:lstStyle/>
        <a:p>
          <a:endParaRPr lang="en-IN"/>
        </a:p>
      </dgm:t>
    </dgm:pt>
    <dgm:pt modelId="{FCD13412-D2A0-409B-80A8-06249E2A95FD}" type="parTrans" cxnId="{CB9A0E03-BA26-4D16-91C5-4CEB98A28554}">
      <dgm:prSet/>
      <dgm:spPr/>
      <dgm:t>
        <a:bodyPr/>
        <a:lstStyle/>
        <a:p>
          <a:endParaRPr lang="en-IN"/>
        </a:p>
      </dgm:t>
    </dgm:pt>
    <dgm:pt modelId="{ABAE929E-80FF-495F-9703-59F36E21E4CC}">
      <dgm:prSet/>
      <dgm:spPr/>
      <dgm:t>
        <a:bodyPr/>
        <a:lstStyle/>
        <a:p>
          <a:r>
            <a:rPr lang="en-IN" dirty="0"/>
            <a:t>Proposed Framework: AI </a:t>
          </a:r>
          <a:r>
            <a:rPr lang="en-IN"/>
            <a:t>Psychosis Model</a:t>
          </a:r>
          <a:endParaRPr lang="en-IN" dirty="0"/>
        </a:p>
      </dgm:t>
    </dgm:pt>
    <dgm:pt modelId="{371D52FC-2EC0-439D-96FA-DA75DD20FB35}" type="sibTrans" cxnId="{9D89B093-8F94-444A-A003-CDFEB358F189}">
      <dgm:prSet/>
      <dgm:spPr/>
      <dgm:t>
        <a:bodyPr/>
        <a:lstStyle/>
        <a:p>
          <a:endParaRPr lang="en-IN"/>
        </a:p>
      </dgm:t>
    </dgm:pt>
    <dgm:pt modelId="{CBF00544-9688-4BED-984D-08DED0E3704A}" type="parTrans" cxnId="{9D89B093-8F94-444A-A003-CDFEB358F189}">
      <dgm:prSet/>
      <dgm:spPr/>
      <dgm:t>
        <a:bodyPr/>
        <a:lstStyle/>
        <a:p>
          <a:endParaRPr lang="en-IN"/>
        </a:p>
      </dgm:t>
    </dgm:pt>
    <dgm:pt modelId="{76EBC8A1-F4CB-45AA-BF41-261694CCD009}" type="pres">
      <dgm:prSet presAssocID="{1E4E9210-E92A-4750-8683-0B1B0FABE70B}" presName="Name0" presStyleCnt="0">
        <dgm:presLayoutVars>
          <dgm:dir/>
          <dgm:animLvl val="lvl"/>
          <dgm:resizeHandles val="exact"/>
        </dgm:presLayoutVars>
      </dgm:prSet>
      <dgm:spPr/>
    </dgm:pt>
    <dgm:pt modelId="{AAF249AD-242A-4E5A-A996-5D94B209CD6A}" type="pres">
      <dgm:prSet presAssocID="{ABAE929E-80FF-495F-9703-59F36E21E4CC}" presName="boxAndChildren" presStyleCnt="0"/>
      <dgm:spPr/>
    </dgm:pt>
    <dgm:pt modelId="{080DC1EA-8A33-454F-9362-9ED95D9D35D5}" type="pres">
      <dgm:prSet presAssocID="{ABAE929E-80FF-495F-9703-59F36E21E4CC}" presName="parentTextBox" presStyleLbl="node1" presStyleIdx="0" presStyleCnt="4"/>
      <dgm:spPr/>
    </dgm:pt>
    <dgm:pt modelId="{5CF29F71-73E5-4840-B419-3C5C7952953D}" type="pres">
      <dgm:prSet presAssocID="{A8A27B11-DAD9-4A02-9571-464F015668A4}" presName="sp" presStyleCnt="0"/>
      <dgm:spPr/>
    </dgm:pt>
    <dgm:pt modelId="{E4A6CF42-C584-42FB-8695-E14293FA53FC}" type="pres">
      <dgm:prSet presAssocID="{8E8704D5-C24B-473A-AB02-B0B1E3D888A0}" presName="arrowAndChildren" presStyleCnt="0"/>
      <dgm:spPr/>
    </dgm:pt>
    <dgm:pt modelId="{0CE1ADCB-05D6-4D13-9FE2-D6A4B600ADC9}" type="pres">
      <dgm:prSet presAssocID="{8E8704D5-C24B-473A-AB02-B0B1E3D888A0}" presName="parentTextArrow" presStyleLbl="node1" presStyleIdx="1" presStyleCnt="4"/>
      <dgm:spPr/>
    </dgm:pt>
    <dgm:pt modelId="{FC73A53C-EABB-432B-9641-E28381AC2EA9}" type="pres">
      <dgm:prSet presAssocID="{DA7C1558-0115-48FF-953E-6138D9F72574}" presName="sp" presStyleCnt="0"/>
      <dgm:spPr/>
    </dgm:pt>
    <dgm:pt modelId="{5FAC378B-F4CF-4DA4-B6E2-DDCD5B082C72}" type="pres">
      <dgm:prSet presAssocID="{C307D01F-03DA-40CE-9D25-0944CC6A8081}" presName="arrowAndChildren" presStyleCnt="0"/>
      <dgm:spPr/>
    </dgm:pt>
    <dgm:pt modelId="{F0099582-C092-4FBF-B301-184E5710748A}" type="pres">
      <dgm:prSet presAssocID="{C307D01F-03DA-40CE-9D25-0944CC6A8081}" presName="parentTextArrow" presStyleLbl="node1" presStyleIdx="2" presStyleCnt="4"/>
      <dgm:spPr/>
    </dgm:pt>
    <dgm:pt modelId="{273C7BFB-DF20-4B19-9384-3BB4FE837737}" type="pres">
      <dgm:prSet presAssocID="{7D05DDCC-851B-4CD4-B979-EB5BFF021B4D}" presName="sp" presStyleCnt="0"/>
      <dgm:spPr/>
    </dgm:pt>
    <dgm:pt modelId="{75BCB421-8D7D-497C-A399-21EC1C6C17DC}" type="pres">
      <dgm:prSet presAssocID="{3B413103-B985-4CE9-A0A7-A252E1D6060B}" presName="arrowAndChildren" presStyleCnt="0"/>
      <dgm:spPr/>
    </dgm:pt>
    <dgm:pt modelId="{6A26830A-98B0-4CF4-ACC3-8372A9928B64}" type="pres">
      <dgm:prSet presAssocID="{3B413103-B985-4CE9-A0A7-A252E1D6060B}" presName="parentTextArrow" presStyleLbl="node1" presStyleIdx="3" presStyleCnt="4"/>
      <dgm:spPr/>
    </dgm:pt>
  </dgm:ptLst>
  <dgm:cxnLst>
    <dgm:cxn modelId="{CB9A0E03-BA26-4D16-91C5-4CEB98A28554}" srcId="{1E4E9210-E92A-4750-8683-0B1B0FABE70B}" destId="{8E8704D5-C24B-473A-AB02-B0B1E3D888A0}" srcOrd="2" destOrd="0" parTransId="{FCD13412-D2A0-409B-80A8-06249E2A95FD}" sibTransId="{A8A27B11-DAD9-4A02-9571-464F015668A4}"/>
    <dgm:cxn modelId="{58CCD703-E8A6-4F77-BD84-194C037C0A1B}" srcId="{1E4E9210-E92A-4750-8683-0B1B0FABE70B}" destId="{3B413103-B985-4CE9-A0A7-A252E1D6060B}" srcOrd="0" destOrd="0" parTransId="{8C788ACA-CAA4-4F25-A394-6468594B97B3}" sibTransId="{7D05DDCC-851B-4CD4-B979-EB5BFF021B4D}"/>
    <dgm:cxn modelId="{736D2D3A-52D3-4326-97BD-273A66640073}" type="presOf" srcId="{ABAE929E-80FF-495F-9703-59F36E21E4CC}" destId="{080DC1EA-8A33-454F-9362-9ED95D9D35D5}" srcOrd="0" destOrd="0" presId="urn:microsoft.com/office/officeart/2005/8/layout/process4"/>
    <dgm:cxn modelId="{F450E03D-B4D0-4B5F-A3F9-AFD2D7EED5B7}" type="presOf" srcId="{1E4E9210-E92A-4750-8683-0B1B0FABE70B}" destId="{76EBC8A1-F4CB-45AA-BF41-261694CCD009}" srcOrd="0" destOrd="0" presId="urn:microsoft.com/office/officeart/2005/8/layout/process4"/>
    <dgm:cxn modelId="{FEED2252-C479-4359-BB6F-EE5CBC1E2332}" type="presOf" srcId="{3B413103-B985-4CE9-A0A7-A252E1D6060B}" destId="{6A26830A-98B0-4CF4-ACC3-8372A9928B64}" srcOrd="0" destOrd="0" presId="urn:microsoft.com/office/officeart/2005/8/layout/process4"/>
    <dgm:cxn modelId="{9D89B093-8F94-444A-A003-CDFEB358F189}" srcId="{1E4E9210-E92A-4750-8683-0B1B0FABE70B}" destId="{ABAE929E-80FF-495F-9703-59F36E21E4CC}" srcOrd="3" destOrd="0" parTransId="{CBF00544-9688-4BED-984D-08DED0E3704A}" sibTransId="{371D52FC-2EC0-439D-96FA-DA75DD20FB35}"/>
    <dgm:cxn modelId="{B72644DD-AE4E-4E56-9AC1-149687422283}" type="presOf" srcId="{C307D01F-03DA-40CE-9D25-0944CC6A8081}" destId="{F0099582-C092-4FBF-B301-184E5710748A}" srcOrd="0" destOrd="0" presId="urn:microsoft.com/office/officeart/2005/8/layout/process4"/>
    <dgm:cxn modelId="{E75E2DDF-1B9D-4282-B2C0-9EF4DB2D320A}" type="presOf" srcId="{8E8704D5-C24B-473A-AB02-B0B1E3D888A0}" destId="{0CE1ADCB-05D6-4D13-9FE2-D6A4B600ADC9}" srcOrd="0" destOrd="0" presId="urn:microsoft.com/office/officeart/2005/8/layout/process4"/>
    <dgm:cxn modelId="{103326F7-8BEA-4A34-B01C-7627A54D8ADC}" srcId="{1E4E9210-E92A-4750-8683-0B1B0FABE70B}" destId="{C307D01F-03DA-40CE-9D25-0944CC6A8081}" srcOrd="1" destOrd="0" parTransId="{AC413473-D91C-48D9-9625-DD0C0C49757A}" sibTransId="{DA7C1558-0115-48FF-953E-6138D9F72574}"/>
    <dgm:cxn modelId="{5F995E87-8D4F-4B07-AA8C-751EFFF9B750}" type="presParOf" srcId="{76EBC8A1-F4CB-45AA-BF41-261694CCD009}" destId="{AAF249AD-242A-4E5A-A996-5D94B209CD6A}" srcOrd="0" destOrd="0" presId="urn:microsoft.com/office/officeart/2005/8/layout/process4"/>
    <dgm:cxn modelId="{B8D8BCC1-0A11-46AB-825A-B3AF9B372C04}" type="presParOf" srcId="{AAF249AD-242A-4E5A-A996-5D94B209CD6A}" destId="{080DC1EA-8A33-454F-9362-9ED95D9D35D5}" srcOrd="0" destOrd="0" presId="urn:microsoft.com/office/officeart/2005/8/layout/process4"/>
    <dgm:cxn modelId="{C00C1F5D-1E99-427D-A89F-8511E2C1AD7E}" type="presParOf" srcId="{76EBC8A1-F4CB-45AA-BF41-261694CCD009}" destId="{5CF29F71-73E5-4840-B419-3C5C7952953D}" srcOrd="1" destOrd="0" presId="urn:microsoft.com/office/officeart/2005/8/layout/process4"/>
    <dgm:cxn modelId="{17F02BE3-0FA6-454A-8382-E27E35FF0814}" type="presParOf" srcId="{76EBC8A1-F4CB-45AA-BF41-261694CCD009}" destId="{E4A6CF42-C584-42FB-8695-E14293FA53FC}" srcOrd="2" destOrd="0" presId="urn:microsoft.com/office/officeart/2005/8/layout/process4"/>
    <dgm:cxn modelId="{6BE7F937-B895-465A-AAC8-5A8D0B5A18B5}" type="presParOf" srcId="{E4A6CF42-C584-42FB-8695-E14293FA53FC}" destId="{0CE1ADCB-05D6-4D13-9FE2-D6A4B600ADC9}" srcOrd="0" destOrd="0" presId="urn:microsoft.com/office/officeart/2005/8/layout/process4"/>
    <dgm:cxn modelId="{12A4D86C-234E-4CBF-B735-A944E0B7D420}" type="presParOf" srcId="{76EBC8A1-F4CB-45AA-BF41-261694CCD009}" destId="{FC73A53C-EABB-432B-9641-E28381AC2EA9}" srcOrd="3" destOrd="0" presId="urn:microsoft.com/office/officeart/2005/8/layout/process4"/>
    <dgm:cxn modelId="{B51CF95E-F0CC-4C5F-833C-073921781E25}" type="presParOf" srcId="{76EBC8A1-F4CB-45AA-BF41-261694CCD009}" destId="{5FAC378B-F4CF-4DA4-B6E2-DDCD5B082C72}" srcOrd="4" destOrd="0" presId="urn:microsoft.com/office/officeart/2005/8/layout/process4"/>
    <dgm:cxn modelId="{F8982CF2-F87B-4D56-9B92-5516E69880D8}" type="presParOf" srcId="{5FAC378B-F4CF-4DA4-B6E2-DDCD5B082C72}" destId="{F0099582-C092-4FBF-B301-184E5710748A}" srcOrd="0" destOrd="0" presId="urn:microsoft.com/office/officeart/2005/8/layout/process4"/>
    <dgm:cxn modelId="{EBCF2011-BB55-48E2-BDC4-E88FEE8867AB}" type="presParOf" srcId="{76EBC8A1-F4CB-45AA-BF41-261694CCD009}" destId="{273C7BFB-DF20-4B19-9384-3BB4FE837737}" srcOrd="5" destOrd="0" presId="urn:microsoft.com/office/officeart/2005/8/layout/process4"/>
    <dgm:cxn modelId="{153687B5-2725-4C3A-9DE8-C97629E27058}" type="presParOf" srcId="{76EBC8A1-F4CB-45AA-BF41-261694CCD009}" destId="{75BCB421-8D7D-497C-A399-21EC1C6C17DC}" srcOrd="6" destOrd="0" presId="urn:microsoft.com/office/officeart/2005/8/layout/process4"/>
    <dgm:cxn modelId="{B6C77063-6A9E-41B2-8CCB-948DF3C9C4FB}" type="presParOf" srcId="{75BCB421-8D7D-497C-A399-21EC1C6C17DC}" destId="{6A26830A-98B0-4CF4-ACC3-8372A9928B6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4A2E9A-659C-476C-A273-03EF165C31EE}" type="doc">
      <dgm:prSet loTypeId="urn:microsoft.com/office/officeart/2009/3/layout/StepUpProcess" loCatId="process" qsTypeId="urn:microsoft.com/office/officeart/2005/8/quickstyle/3d4" qsCatId="3D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51858A2C-691D-4408-B0DF-46BA9EF20793}">
      <dgm:prSet/>
      <dgm:spPr/>
      <dgm:t>
        <a:bodyPr/>
        <a:lstStyle/>
        <a:p>
          <a:r>
            <a:rPr lang="en-IN"/>
            <a:t>Generative AI tools are increasingly integrated into daily life.</a:t>
          </a:r>
        </a:p>
      </dgm:t>
    </dgm:pt>
    <dgm:pt modelId="{6C36EF90-61DC-421F-A077-701EBB4E78E6}" type="parTrans" cxnId="{6C9FDF21-F49B-4142-AD29-241E3C0A2742}">
      <dgm:prSet/>
      <dgm:spPr/>
      <dgm:t>
        <a:bodyPr/>
        <a:lstStyle/>
        <a:p>
          <a:endParaRPr lang="en-IN"/>
        </a:p>
      </dgm:t>
    </dgm:pt>
    <dgm:pt modelId="{0DCDB26A-F8FD-4084-8624-3CA2C28DBE99}" type="sibTrans" cxnId="{6C9FDF21-F49B-4142-AD29-241E3C0A2742}">
      <dgm:prSet/>
      <dgm:spPr/>
      <dgm:t>
        <a:bodyPr/>
        <a:lstStyle/>
        <a:p>
          <a:endParaRPr lang="en-IN"/>
        </a:p>
      </dgm:t>
    </dgm:pt>
    <dgm:pt modelId="{D81C932C-51A2-432C-921A-70FC4AA19C90}">
      <dgm:prSet/>
      <dgm:spPr/>
      <dgm:t>
        <a:bodyPr/>
        <a:lstStyle/>
        <a:p>
          <a:r>
            <a:rPr lang="en-IN"/>
            <a:t>Over-reliance on AI systems has raised concerns about cognitive offloading.</a:t>
          </a:r>
        </a:p>
      </dgm:t>
    </dgm:pt>
    <dgm:pt modelId="{4DEC1ED6-3AD3-4DC9-B2A9-5AE5C37C9B86}" type="parTrans" cxnId="{428796C1-9A57-4B16-B359-6D8E870353DD}">
      <dgm:prSet/>
      <dgm:spPr/>
      <dgm:t>
        <a:bodyPr/>
        <a:lstStyle/>
        <a:p>
          <a:endParaRPr lang="en-IN"/>
        </a:p>
      </dgm:t>
    </dgm:pt>
    <dgm:pt modelId="{F8BEBD00-0D08-4D7B-990D-58A05E2F2B47}" type="sibTrans" cxnId="{428796C1-9A57-4B16-B359-6D8E870353DD}">
      <dgm:prSet/>
      <dgm:spPr/>
      <dgm:t>
        <a:bodyPr/>
        <a:lstStyle/>
        <a:p>
          <a:endParaRPr lang="en-IN"/>
        </a:p>
      </dgm:t>
    </dgm:pt>
    <dgm:pt modelId="{73FE18D8-8269-40AF-87E0-AF661EDC1B9C}">
      <dgm:prSet/>
      <dgm:spPr/>
      <dgm:t>
        <a:bodyPr/>
        <a:lstStyle/>
        <a:p>
          <a:r>
            <a:rPr lang="en-IN"/>
            <a:t>Certain AI behaviors resemble hallucinations and inconsistent reasoning.</a:t>
          </a:r>
        </a:p>
      </dgm:t>
    </dgm:pt>
    <dgm:pt modelId="{4B13CB69-F55C-40A6-9E4E-D7FDA359BC0F}" type="parTrans" cxnId="{884BCEB1-BA8B-4CF3-958A-4BA4BED8E728}">
      <dgm:prSet/>
      <dgm:spPr/>
      <dgm:t>
        <a:bodyPr/>
        <a:lstStyle/>
        <a:p>
          <a:endParaRPr lang="en-IN"/>
        </a:p>
      </dgm:t>
    </dgm:pt>
    <dgm:pt modelId="{CB28A227-27B0-4004-AF38-C596C6D2C09E}" type="sibTrans" cxnId="{884BCEB1-BA8B-4CF3-958A-4BA4BED8E728}">
      <dgm:prSet/>
      <dgm:spPr/>
      <dgm:t>
        <a:bodyPr/>
        <a:lstStyle/>
        <a:p>
          <a:endParaRPr lang="en-IN"/>
        </a:p>
      </dgm:t>
    </dgm:pt>
    <dgm:pt modelId="{9B6A6BE1-7BE9-40B7-89D3-568960BA6306}">
      <dgm:prSet/>
      <dgm:spPr/>
      <dgm:t>
        <a:bodyPr/>
        <a:lstStyle/>
        <a:p>
          <a:r>
            <a:rPr lang="en-IN"/>
            <a:t>Similar patterns are observed in human users.</a:t>
          </a:r>
        </a:p>
      </dgm:t>
    </dgm:pt>
    <dgm:pt modelId="{57794B5C-39A6-4822-A30B-1B6F7561547A}" type="parTrans" cxnId="{0B12B610-8CA9-4087-AEC5-DF84AD8550A3}">
      <dgm:prSet/>
      <dgm:spPr/>
      <dgm:t>
        <a:bodyPr/>
        <a:lstStyle/>
        <a:p>
          <a:endParaRPr lang="en-IN"/>
        </a:p>
      </dgm:t>
    </dgm:pt>
    <dgm:pt modelId="{BB44DD3C-73A2-431C-A208-D319AC3EC2D0}" type="sibTrans" cxnId="{0B12B610-8CA9-4087-AEC5-DF84AD8550A3}">
      <dgm:prSet/>
      <dgm:spPr/>
      <dgm:t>
        <a:bodyPr/>
        <a:lstStyle/>
        <a:p>
          <a:endParaRPr lang="en-IN"/>
        </a:p>
      </dgm:t>
    </dgm:pt>
    <dgm:pt modelId="{2AB166A8-CD78-4ABD-ADC4-3A17734C7B2F}" type="pres">
      <dgm:prSet presAssocID="{AA4A2E9A-659C-476C-A273-03EF165C31EE}" presName="rootnode" presStyleCnt="0">
        <dgm:presLayoutVars>
          <dgm:chMax/>
          <dgm:chPref/>
          <dgm:dir/>
          <dgm:animLvl val="lvl"/>
        </dgm:presLayoutVars>
      </dgm:prSet>
      <dgm:spPr/>
    </dgm:pt>
    <dgm:pt modelId="{AB2DC923-880E-4391-85D7-80311AC88ADA}" type="pres">
      <dgm:prSet presAssocID="{51858A2C-691D-4408-B0DF-46BA9EF20793}" presName="composite" presStyleCnt="0"/>
      <dgm:spPr/>
    </dgm:pt>
    <dgm:pt modelId="{56F54723-B5C0-448E-89C2-5C4D21C0F9C7}" type="pres">
      <dgm:prSet presAssocID="{51858A2C-691D-4408-B0DF-46BA9EF20793}" presName="LShape" presStyleLbl="alignNode1" presStyleIdx="0" presStyleCnt="7"/>
      <dgm:spPr/>
    </dgm:pt>
    <dgm:pt modelId="{266DB3EE-7B03-438F-9289-48315CEDB6FA}" type="pres">
      <dgm:prSet presAssocID="{51858A2C-691D-4408-B0DF-46BA9EF20793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77F77B0-DC7B-4A8E-A613-1828042BF7AB}" type="pres">
      <dgm:prSet presAssocID="{51858A2C-691D-4408-B0DF-46BA9EF20793}" presName="Triangle" presStyleLbl="alignNode1" presStyleIdx="1" presStyleCnt="7"/>
      <dgm:spPr/>
    </dgm:pt>
    <dgm:pt modelId="{42A28CF6-EB64-4C5D-B6E8-44036AF6539D}" type="pres">
      <dgm:prSet presAssocID="{0DCDB26A-F8FD-4084-8624-3CA2C28DBE99}" presName="sibTrans" presStyleCnt="0"/>
      <dgm:spPr/>
    </dgm:pt>
    <dgm:pt modelId="{D6454D0A-9CDB-4CFF-B96D-28F321E2A97D}" type="pres">
      <dgm:prSet presAssocID="{0DCDB26A-F8FD-4084-8624-3CA2C28DBE99}" presName="space" presStyleCnt="0"/>
      <dgm:spPr/>
    </dgm:pt>
    <dgm:pt modelId="{347CE0B1-23D2-45A8-9E9D-CB02C25B1687}" type="pres">
      <dgm:prSet presAssocID="{D81C932C-51A2-432C-921A-70FC4AA19C90}" presName="composite" presStyleCnt="0"/>
      <dgm:spPr/>
    </dgm:pt>
    <dgm:pt modelId="{209EED0D-D207-41E3-975D-B174486F84D3}" type="pres">
      <dgm:prSet presAssocID="{D81C932C-51A2-432C-921A-70FC4AA19C90}" presName="LShape" presStyleLbl="alignNode1" presStyleIdx="2" presStyleCnt="7"/>
      <dgm:spPr/>
    </dgm:pt>
    <dgm:pt modelId="{5735BE7D-DF4C-4611-A597-57A0F1D0A048}" type="pres">
      <dgm:prSet presAssocID="{D81C932C-51A2-432C-921A-70FC4AA19C90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E445E8D2-0764-4D6F-B14D-3BF2F2A568CD}" type="pres">
      <dgm:prSet presAssocID="{D81C932C-51A2-432C-921A-70FC4AA19C90}" presName="Triangle" presStyleLbl="alignNode1" presStyleIdx="3" presStyleCnt="7"/>
      <dgm:spPr/>
    </dgm:pt>
    <dgm:pt modelId="{18C29D2C-AE0E-44F0-B48F-7BCDD034BE26}" type="pres">
      <dgm:prSet presAssocID="{F8BEBD00-0D08-4D7B-990D-58A05E2F2B47}" presName="sibTrans" presStyleCnt="0"/>
      <dgm:spPr/>
    </dgm:pt>
    <dgm:pt modelId="{D7F61BA8-98E7-4CF8-961E-30AA23AFF700}" type="pres">
      <dgm:prSet presAssocID="{F8BEBD00-0D08-4D7B-990D-58A05E2F2B47}" presName="space" presStyleCnt="0"/>
      <dgm:spPr/>
    </dgm:pt>
    <dgm:pt modelId="{3E53D3AB-33B6-4158-9E09-2FAF2D46A372}" type="pres">
      <dgm:prSet presAssocID="{73FE18D8-8269-40AF-87E0-AF661EDC1B9C}" presName="composite" presStyleCnt="0"/>
      <dgm:spPr/>
    </dgm:pt>
    <dgm:pt modelId="{86D1FC7B-93B1-4317-B645-78A6107B5146}" type="pres">
      <dgm:prSet presAssocID="{73FE18D8-8269-40AF-87E0-AF661EDC1B9C}" presName="LShape" presStyleLbl="alignNode1" presStyleIdx="4" presStyleCnt="7"/>
      <dgm:spPr/>
    </dgm:pt>
    <dgm:pt modelId="{34D3C7FA-69D1-4393-B298-6489F8D96639}" type="pres">
      <dgm:prSet presAssocID="{73FE18D8-8269-40AF-87E0-AF661EDC1B9C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2C95C6A5-1177-4A21-880B-D19D70BE1842}" type="pres">
      <dgm:prSet presAssocID="{73FE18D8-8269-40AF-87E0-AF661EDC1B9C}" presName="Triangle" presStyleLbl="alignNode1" presStyleIdx="5" presStyleCnt="7"/>
      <dgm:spPr/>
    </dgm:pt>
    <dgm:pt modelId="{C05664ED-3D1D-438C-BED4-EF41AE8CE22C}" type="pres">
      <dgm:prSet presAssocID="{CB28A227-27B0-4004-AF38-C596C6D2C09E}" presName="sibTrans" presStyleCnt="0"/>
      <dgm:spPr/>
    </dgm:pt>
    <dgm:pt modelId="{AEB9991A-852F-412C-B0C4-4F80418DD211}" type="pres">
      <dgm:prSet presAssocID="{CB28A227-27B0-4004-AF38-C596C6D2C09E}" presName="space" presStyleCnt="0"/>
      <dgm:spPr/>
    </dgm:pt>
    <dgm:pt modelId="{C49547A5-7D3A-4511-9D99-4E235C2A498F}" type="pres">
      <dgm:prSet presAssocID="{9B6A6BE1-7BE9-40B7-89D3-568960BA6306}" presName="composite" presStyleCnt="0"/>
      <dgm:spPr/>
    </dgm:pt>
    <dgm:pt modelId="{36B8638E-B925-4639-8FB0-09C2F3E1CE3B}" type="pres">
      <dgm:prSet presAssocID="{9B6A6BE1-7BE9-40B7-89D3-568960BA6306}" presName="LShape" presStyleLbl="alignNode1" presStyleIdx="6" presStyleCnt="7"/>
      <dgm:spPr/>
    </dgm:pt>
    <dgm:pt modelId="{2AEE14E8-9788-4381-8A9C-9D0824B53F30}" type="pres">
      <dgm:prSet presAssocID="{9B6A6BE1-7BE9-40B7-89D3-568960BA6306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12B610-8CA9-4087-AEC5-DF84AD8550A3}" srcId="{AA4A2E9A-659C-476C-A273-03EF165C31EE}" destId="{9B6A6BE1-7BE9-40B7-89D3-568960BA6306}" srcOrd="3" destOrd="0" parTransId="{57794B5C-39A6-4822-A30B-1B6F7561547A}" sibTransId="{BB44DD3C-73A2-431C-A208-D319AC3EC2D0}"/>
    <dgm:cxn modelId="{6C9FDF21-F49B-4142-AD29-241E3C0A2742}" srcId="{AA4A2E9A-659C-476C-A273-03EF165C31EE}" destId="{51858A2C-691D-4408-B0DF-46BA9EF20793}" srcOrd="0" destOrd="0" parTransId="{6C36EF90-61DC-421F-A077-701EBB4E78E6}" sibTransId="{0DCDB26A-F8FD-4084-8624-3CA2C28DBE99}"/>
    <dgm:cxn modelId="{5B3C0D38-4986-4365-9888-8E86EE26D783}" type="presOf" srcId="{51858A2C-691D-4408-B0DF-46BA9EF20793}" destId="{266DB3EE-7B03-438F-9289-48315CEDB6FA}" srcOrd="0" destOrd="0" presId="urn:microsoft.com/office/officeart/2009/3/layout/StepUpProcess"/>
    <dgm:cxn modelId="{3602973E-A907-484B-811B-34F9B0D5A0EA}" type="presOf" srcId="{9B6A6BE1-7BE9-40B7-89D3-568960BA6306}" destId="{2AEE14E8-9788-4381-8A9C-9D0824B53F30}" srcOrd="0" destOrd="0" presId="urn:microsoft.com/office/officeart/2009/3/layout/StepUpProcess"/>
    <dgm:cxn modelId="{884BCEB1-BA8B-4CF3-958A-4BA4BED8E728}" srcId="{AA4A2E9A-659C-476C-A273-03EF165C31EE}" destId="{73FE18D8-8269-40AF-87E0-AF661EDC1B9C}" srcOrd="2" destOrd="0" parTransId="{4B13CB69-F55C-40A6-9E4E-D7FDA359BC0F}" sibTransId="{CB28A227-27B0-4004-AF38-C596C6D2C09E}"/>
    <dgm:cxn modelId="{CE013FB3-6190-4109-AF6B-882FD3567FE5}" type="presOf" srcId="{D81C932C-51A2-432C-921A-70FC4AA19C90}" destId="{5735BE7D-DF4C-4611-A597-57A0F1D0A048}" srcOrd="0" destOrd="0" presId="urn:microsoft.com/office/officeart/2009/3/layout/StepUpProcess"/>
    <dgm:cxn modelId="{428796C1-9A57-4B16-B359-6D8E870353DD}" srcId="{AA4A2E9A-659C-476C-A273-03EF165C31EE}" destId="{D81C932C-51A2-432C-921A-70FC4AA19C90}" srcOrd="1" destOrd="0" parTransId="{4DEC1ED6-3AD3-4DC9-B2A9-5AE5C37C9B86}" sibTransId="{F8BEBD00-0D08-4D7B-990D-58A05E2F2B47}"/>
    <dgm:cxn modelId="{12B7E5E3-94C8-44EF-B4BC-6F0F0941116F}" type="presOf" srcId="{73FE18D8-8269-40AF-87E0-AF661EDC1B9C}" destId="{34D3C7FA-69D1-4393-B298-6489F8D96639}" srcOrd="0" destOrd="0" presId="urn:microsoft.com/office/officeart/2009/3/layout/StepUpProcess"/>
    <dgm:cxn modelId="{496923F8-D1D0-4330-B64D-1615FE9DA617}" type="presOf" srcId="{AA4A2E9A-659C-476C-A273-03EF165C31EE}" destId="{2AB166A8-CD78-4ABD-ADC4-3A17734C7B2F}" srcOrd="0" destOrd="0" presId="urn:microsoft.com/office/officeart/2009/3/layout/StepUpProcess"/>
    <dgm:cxn modelId="{2BF40067-BFE6-47BF-A933-200C1F22D257}" type="presParOf" srcId="{2AB166A8-CD78-4ABD-ADC4-3A17734C7B2F}" destId="{AB2DC923-880E-4391-85D7-80311AC88ADA}" srcOrd="0" destOrd="0" presId="urn:microsoft.com/office/officeart/2009/3/layout/StepUpProcess"/>
    <dgm:cxn modelId="{EBF488FC-FFA0-4A4D-932C-3E3B905BAE98}" type="presParOf" srcId="{AB2DC923-880E-4391-85D7-80311AC88ADA}" destId="{56F54723-B5C0-448E-89C2-5C4D21C0F9C7}" srcOrd="0" destOrd="0" presId="urn:microsoft.com/office/officeart/2009/3/layout/StepUpProcess"/>
    <dgm:cxn modelId="{8946F22B-E265-4F00-AC4C-B1AE1BF6BDB7}" type="presParOf" srcId="{AB2DC923-880E-4391-85D7-80311AC88ADA}" destId="{266DB3EE-7B03-438F-9289-48315CEDB6FA}" srcOrd="1" destOrd="0" presId="urn:microsoft.com/office/officeart/2009/3/layout/StepUpProcess"/>
    <dgm:cxn modelId="{E294F470-CB53-4904-9D03-2A276E44983F}" type="presParOf" srcId="{AB2DC923-880E-4391-85D7-80311AC88ADA}" destId="{577F77B0-DC7B-4A8E-A613-1828042BF7AB}" srcOrd="2" destOrd="0" presId="urn:microsoft.com/office/officeart/2009/3/layout/StepUpProcess"/>
    <dgm:cxn modelId="{4B3076B7-DDEE-4D1C-9F92-06D737858F9A}" type="presParOf" srcId="{2AB166A8-CD78-4ABD-ADC4-3A17734C7B2F}" destId="{42A28CF6-EB64-4C5D-B6E8-44036AF6539D}" srcOrd="1" destOrd="0" presId="urn:microsoft.com/office/officeart/2009/3/layout/StepUpProcess"/>
    <dgm:cxn modelId="{4167E0E4-6BF9-4676-B945-527E0E972E75}" type="presParOf" srcId="{42A28CF6-EB64-4C5D-B6E8-44036AF6539D}" destId="{D6454D0A-9CDB-4CFF-B96D-28F321E2A97D}" srcOrd="0" destOrd="0" presId="urn:microsoft.com/office/officeart/2009/3/layout/StepUpProcess"/>
    <dgm:cxn modelId="{C5DD3AB6-3626-4819-8743-A8B589D78BE9}" type="presParOf" srcId="{2AB166A8-CD78-4ABD-ADC4-3A17734C7B2F}" destId="{347CE0B1-23D2-45A8-9E9D-CB02C25B1687}" srcOrd="2" destOrd="0" presId="urn:microsoft.com/office/officeart/2009/3/layout/StepUpProcess"/>
    <dgm:cxn modelId="{DB8BFA89-C7CF-47A1-A8B3-586AE0410E67}" type="presParOf" srcId="{347CE0B1-23D2-45A8-9E9D-CB02C25B1687}" destId="{209EED0D-D207-41E3-975D-B174486F84D3}" srcOrd="0" destOrd="0" presId="urn:microsoft.com/office/officeart/2009/3/layout/StepUpProcess"/>
    <dgm:cxn modelId="{2A460857-6830-4B9F-8055-8E1EB9C187BF}" type="presParOf" srcId="{347CE0B1-23D2-45A8-9E9D-CB02C25B1687}" destId="{5735BE7D-DF4C-4611-A597-57A0F1D0A048}" srcOrd="1" destOrd="0" presId="urn:microsoft.com/office/officeart/2009/3/layout/StepUpProcess"/>
    <dgm:cxn modelId="{1C01683F-E698-421E-9354-C1F752CA9FED}" type="presParOf" srcId="{347CE0B1-23D2-45A8-9E9D-CB02C25B1687}" destId="{E445E8D2-0764-4D6F-B14D-3BF2F2A568CD}" srcOrd="2" destOrd="0" presId="urn:microsoft.com/office/officeart/2009/3/layout/StepUpProcess"/>
    <dgm:cxn modelId="{B21229E3-8AD2-4918-B1AC-FC49AB46AF8E}" type="presParOf" srcId="{2AB166A8-CD78-4ABD-ADC4-3A17734C7B2F}" destId="{18C29D2C-AE0E-44F0-B48F-7BCDD034BE26}" srcOrd="3" destOrd="0" presId="urn:microsoft.com/office/officeart/2009/3/layout/StepUpProcess"/>
    <dgm:cxn modelId="{4007C65A-EF3B-45F5-87E5-C87A6E032F1E}" type="presParOf" srcId="{18C29D2C-AE0E-44F0-B48F-7BCDD034BE26}" destId="{D7F61BA8-98E7-4CF8-961E-30AA23AFF700}" srcOrd="0" destOrd="0" presId="urn:microsoft.com/office/officeart/2009/3/layout/StepUpProcess"/>
    <dgm:cxn modelId="{9F5DF027-E0C9-4564-82E4-627603503776}" type="presParOf" srcId="{2AB166A8-CD78-4ABD-ADC4-3A17734C7B2F}" destId="{3E53D3AB-33B6-4158-9E09-2FAF2D46A372}" srcOrd="4" destOrd="0" presId="urn:microsoft.com/office/officeart/2009/3/layout/StepUpProcess"/>
    <dgm:cxn modelId="{AF123CCF-6820-4CC1-AFC0-32C9D6D28EF7}" type="presParOf" srcId="{3E53D3AB-33B6-4158-9E09-2FAF2D46A372}" destId="{86D1FC7B-93B1-4317-B645-78A6107B5146}" srcOrd="0" destOrd="0" presId="urn:microsoft.com/office/officeart/2009/3/layout/StepUpProcess"/>
    <dgm:cxn modelId="{8B89D7AA-8A5D-4611-B08E-A6A7D6203D7F}" type="presParOf" srcId="{3E53D3AB-33B6-4158-9E09-2FAF2D46A372}" destId="{34D3C7FA-69D1-4393-B298-6489F8D96639}" srcOrd="1" destOrd="0" presId="urn:microsoft.com/office/officeart/2009/3/layout/StepUpProcess"/>
    <dgm:cxn modelId="{024A5F46-3A5D-4736-BA7F-4D8428F3F55F}" type="presParOf" srcId="{3E53D3AB-33B6-4158-9E09-2FAF2D46A372}" destId="{2C95C6A5-1177-4A21-880B-D19D70BE1842}" srcOrd="2" destOrd="0" presId="urn:microsoft.com/office/officeart/2009/3/layout/StepUpProcess"/>
    <dgm:cxn modelId="{F6A6DEA5-4D94-4E0F-8E14-6F16242D7E99}" type="presParOf" srcId="{2AB166A8-CD78-4ABD-ADC4-3A17734C7B2F}" destId="{C05664ED-3D1D-438C-BED4-EF41AE8CE22C}" srcOrd="5" destOrd="0" presId="urn:microsoft.com/office/officeart/2009/3/layout/StepUpProcess"/>
    <dgm:cxn modelId="{D5E390FC-23A9-4154-800D-9707EA00D43C}" type="presParOf" srcId="{C05664ED-3D1D-438C-BED4-EF41AE8CE22C}" destId="{AEB9991A-852F-412C-B0C4-4F80418DD211}" srcOrd="0" destOrd="0" presId="urn:microsoft.com/office/officeart/2009/3/layout/StepUpProcess"/>
    <dgm:cxn modelId="{21C6CC7C-CC0F-4E5E-9B7F-1168CC5E534C}" type="presParOf" srcId="{2AB166A8-CD78-4ABD-ADC4-3A17734C7B2F}" destId="{C49547A5-7D3A-4511-9D99-4E235C2A498F}" srcOrd="6" destOrd="0" presId="urn:microsoft.com/office/officeart/2009/3/layout/StepUpProcess"/>
    <dgm:cxn modelId="{8AAC6A5A-FDC4-48E0-959F-137FB9FD202E}" type="presParOf" srcId="{C49547A5-7D3A-4511-9D99-4E235C2A498F}" destId="{36B8638E-B925-4639-8FB0-09C2F3E1CE3B}" srcOrd="0" destOrd="0" presId="urn:microsoft.com/office/officeart/2009/3/layout/StepUpProcess"/>
    <dgm:cxn modelId="{C89DE2C9-3957-41EF-9074-0F2AF7FE2E60}" type="presParOf" srcId="{C49547A5-7D3A-4511-9D99-4E235C2A498F}" destId="{2AEE14E8-9788-4381-8A9C-9D0824B53F3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DECB0F-0EAC-4942-9011-34C272C40133}" type="doc">
      <dgm:prSet loTypeId="urn:microsoft.com/office/officeart/2005/8/layout/lProcess3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5EDB126F-6EF7-49E3-93C7-EE61BFEDD1DB}">
      <dgm:prSet/>
      <dgm:spPr/>
      <dgm:t>
        <a:bodyPr/>
        <a:lstStyle/>
        <a:p>
          <a:r>
            <a:rPr lang="en-IN" dirty="0"/>
            <a:t>Studies show reduced reading and comprehension skills.</a:t>
          </a:r>
        </a:p>
      </dgm:t>
    </dgm:pt>
    <dgm:pt modelId="{43D114E0-3496-40D6-B363-F25E05D32946}" type="parTrans" cxnId="{12A89289-20E1-447C-8E0A-CAFFD12163B3}">
      <dgm:prSet/>
      <dgm:spPr/>
      <dgm:t>
        <a:bodyPr/>
        <a:lstStyle/>
        <a:p>
          <a:endParaRPr lang="en-IN"/>
        </a:p>
      </dgm:t>
    </dgm:pt>
    <dgm:pt modelId="{ECDFFB09-A03F-4175-B9A2-84922F18A154}" type="sibTrans" cxnId="{12A89289-20E1-447C-8E0A-CAFFD12163B3}">
      <dgm:prSet/>
      <dgm:spPr/>
      <dgm:t>
        <a:bodyPr/>
        <a:lstStyle/>
        <a:p>
          <a:endParaRPr lang="en-IN"/>
        </a:p>
      </dgm:t>
    </dgm:pt>
    <dgm:pt modelId="{B0F31E8B-A126-42A5-AC4E-DE4CFA81206E}">
      <dgm:prSet/>
      <dgm:spPr/>
      <dgm:t>
        <a:bodyPr/>
        <a:lstStyle/>
        <a:p>
          <a:r>
            <a:rPr lang="en-IN"/>
            <a:t>Studies show reduced reading and comprehension skills.</a:t>
          </a:r>
        </a:p>
      </dgm:t>
    </dgm:pt>
    <dgm:pt modelId="{60819CD5-6222-4D36-8AE1-B5CE32C63CE1}" type="parTrans" cxnId="{DA9BE007-3BBA-4C39-B991-741FCE26D40E}">
      <dgm:prSet/>
      <dgm:spPr/>
      <dgm:t>
        <a:bodyPr/>
        <a:lstStyle/>
        <a:p>
          <a:endParaRPr lang="en-IN"/>
        </a:p>
      </dgm:t>
    </dgm:pt>
    <dgm:pt modelId="{18C18E1D-FA40-4363-A821-9A5F10926825}" type="sibTrans" cxnId="{DA9BE007-3BBA-4C39-B991-741FCE26D40E}">
      <dgm:prSet/>
      <dgm:spPr/>
      <dgm:t>
        <a:bodyPr/>
        <a:lstStyle/>
        <a:p>
          <a:endParaRPr lang="en-IN"/>
        </a:p>
      </dgm:t>
    </dgm:pt>
    <dgm:pt modelId="{9C9C2601-AC82-493B-8B6D-1902F88AF0E4}">
      <dgm:prSet/>
      <dgm:spPr/>
      <dgm:t>
        <a:bodyPr/>
        <a:lstStyle/>
        <a:p>
          <a:r>
            <a:rPr lang="en-IN"/>
            <a:t>Research indicates increased dependency on AI tools.</a:t>
          </a:r>
        </a:p>
      </dgm:t>
    </dgm:pt>
    <dgm:pt modelId="{4C947826-D691-4834-950A-A7B3A2FE8DE7}" type="parTrans" cxnId="{A2CC621B-6038-476D-8321-F79A9F803CE3}">
      <dgm:prSet/>
      <dgm:spPr/>
      <dgm:t>
        <a:bodyPr/>
        <a:lstStyle/>
        <a:p>
          <a:endParaRPr lang="en-IN"/>
        </a:p>
      </dgm:t>
    </dgm:pt>
    <dgm:pt modelId="{2ED77E44-E9EF-4039-9180-C5386C1ED6E9}" type="sibTrans" cxnId="{A2CC621B-6038-476D-8321-F79A9F803CE3}">
      <dgm:prSet/>
      <dgm:spPr/>
      <dgm:t>
        <a:bodyPr/>
        <a:lstStyle/>
        <a:p>
          <a:endParaRPr lang="en-IN"/>
        </a:p>
      </dgm:t>
    </dgm:pt>
    <dgm:pt modelId="{F2ED6D2F-2EB5-45BD-BECD-D358A039413F}" type="pres">
      <dgm:prSet presAssocID="{C2DECB0F-0EAC-4942-9011-34C272C40133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0B6BAB6-792D-468F-B868-6DABCB70CD8D}" type="pres">
      <dgm:prSet presAssocID="{5EDB126F-6EF7-49E3-93C7-EE61BFEDD1DB}" presName="horFlow" presStyleCnt="0"/>
      <dgm:spPr/>
    </dgm:pt>
    <dgm:pt modelId="{6D74FF0E-647F-4F6C-9EAC-0B1F5E4F8A97}" type="pres">
      <dgm:prSet presAssocID="{5EDB126F-6EF7-49E3-93C7-EE61BFEDD1DB}" presName="bigChev" presStyleLbl="node1" presStyleIdx="0" presStyleCnt="3"/>
      <dgm:spPr/>
    </dgm:pt>
    <dgm:pt modelId="{7DB8E4B8-C6D4-4F0D-84CF-CC303BEE8EC6}" type="pres">
      <dgm:prSet presAssocID="{5EDB126F-6EF7-49E3-93C7-EE61BFEDD1DB}" presName="vSp" presStyleCnt="0"/>
      <dgm:spPr/>
    </dgm:pt>
    <dgm:pt modelId="{87043698-B7DB-41AB-82A9-738D5BAC8285}" type="pres">
      <dgm:prSet presAssocID="{B0F31E8B-A126-42A5-AC4E-DE4CFA81206E}" presName="horFlow" presStyleCnt="0"/>
      <dgm:spPr/>
    </dgm:pt>
    <dgm:pt modelId="{A423081A-8C91-4E48-AE9E-F3AA9E62E55C}" type="pres">
      <dgm:prSet presAssocID="{B0F31E8B-A126-42A5-AC4E-DE4CFA81206E}" presName="bigChev" presStyleLbl="node1" presStyleIdx="1" presStyleCnt="3"/>
      <dgm:spPr/>
    </dgm:pt>
    <dgm:pt modelId="{F5DAF1B1-3591-4F1D-A98D-51D36ED98CA1}" type="pres">
      <dgm:prSet presAssocID="{B0F31E8B-A126-42A5-AC4E-DE4CFA81206E}" presName="vSp" presStyleCnt="0"/>
      <dgm:spPr/>
    </dgm:pt>
    <dgm:pt modelId="{22766787-B0C7-4FD6-AACA-AED92B21270D}" type="pres">
      <dgm:prSet presAssocID="{9C9C2601-AC82-493B-8B6D-1902F88AF0E4}" presName="horFlow" presStyleCnt="0"/>
      <dgm:spPr/>
    </dgm:pt>
    <dgm:pt modelId="{2DD9F2AD-4F50-4DD5-B94D-5D725C9BA74D}" type="pres">
      <dgm:prSet presAssocID="{9C9C2601-AC82-493B-8B6D-1902F88AF0E4}" presName="bigChev" presStyleLbl="node1" presStyleIdx="2" presStyleCnt="3"/>
      <dgm:spPr/>
    </dgm:pt>
  </dgm:ptLst>
  <dgm:cxnLst>
    <dgm:cxn modelId="{45631200-0704-47C5-96A4-7C84D8D33960}" type="presOf" srcId="{B0F31E8B-A126-42A5-AC4E-DE4CFA81206E}" destId="{A423081A-8C91-4E48-AE9E-F3AA9E62E55C}" srcOrd="0" destOrd="0" presId="urn:microsoft.com/office/officeart/2005/8/layout/lProcess3"/>
    <dgm:cxn modelId="{DA9BE007-3BBA-4C39-B991-741FCE26D40E}" srcId="{C2DECB0F-0EAC-4942-9011-34C272C40133}" destId="{B0F31E8B-A126-42A5-AC4E-DE4CFA81206E}" srcOrd="1" destOrd="0" parTransId="{60819CD5-6222-4D36-8AE1-B5CE32C63CE1}" sibTransId="{18C18E1D-FA40-4363-A821-9A5F10926825}"/>
    <dgm:cxn modelId="{F78FD117-5B14-4188-8CAE-61AD09912022}" type="presOf" srcId="{C2DECB0F-0EAC-4942-9011-34C272C40133}" destId="{F2ED6D2F-2EB5-45BD-BECD-D358A039413F}" srcOrd="0" destOrd="0" presId="urn:microsoft.com/office/officeart/2005/8/layout/lProcess3"/>
    <dgm:cxn modelId="{86B5F118-3DBC-47A9-9B79-210BA7F5FFC9}" type="presOf" srcId="{9C9C2601-AC82-493B-8B6D-1902F88AF0E4}" destId="{2DD9F2AD-4F50-4DD5-B94D-5D725C9BA74D}" srcOrd="0" destOrd="0" presId="urn:microsoft.com/office/officeart/2005/8/layout/lProcess3"/>
    <dgm:cxn modelId="{A2CC621B-6038-476D-8321-F79A9F803CE3}" srcId="{C2DECB0F-0EAC-4942-9011-34C272C40133}" destId="{9C9C2601-AC82-493B-8B6D-1902F88AF0E4}" srcOrd="2" destOrd="0" parTransId="{4C947826-D691-4834-950A-A7B3A2FE8DE7}" sibTransId="{2ED77E44-E9EF-4039-9180-C5386C1ED6E9}"/>
    <dgm:cxn modelId="{12A89289-20E1-447C-8E0A-CAFFD12163B3}" srcId="{C2DECB0F-0EAC-4942-9011-34C272C40133}" destId="{5EDB126F-6EF7-49E3-93C7-EE61BFEDD1DB}" srcOrd="0" destOrd="0" parTransId="{43D114E0-3496-40D6-B363-F25E05D32946}" sibTransId="{ECDFFB09-A03F-4175-B9A2-84922F18A154}"/>
    <dgm:cxn modelId="{0359EFD8-1090-4482-9330-55BBD19CE75A}" type="presOf" srcId="{5EDB126F-6EF7-49E3-93C7-EE61BFEDD1DB}" destId="{6D74FF0E-647F-4F6C-9EAC-0B1F5E4F8A97}" srcOrd="0" destOrd="0" presId="urn:microsoft.com/office/officeart/2005/8/layout/lProcess3"/>
    <dgm:cxn modelId="{7900D7B9-492B-4E3D-AEF5-4D0E4B61AF47}" type="presParOf" srcId="{F2ED6D2F-2EB5-45BD-BECD-D358A039413F}" destId="{F0B6BAB6-792D-468F-B868-6DABCB70CD8D}" srcOrd="0" destOrd="0" presId="urn:microsoft.com/office/officeart/2005/8/layout/lProcess3"/>
    <dgm:cxn modelId="{BE2BB520-C40B-4352-9566-FC58724D6AB7}" type="presParOf" srcId="{F0B6BAB6-792D-468F-B868-6DABCB70CD8D}" destId="{6D74FF0E-647F-4F6C-9EAC-0B1F5E4F8A97}" srcOrd="0" destOrd="0" presId="urn:microsoft.com/office/officeart/2005/8/layout/lProcess3"/>
    <dgm:cxn modelId="{F1234A15-22A8-4375-A461-B32F3972F01C}" type="presParOf" srcId="{F2ED6D2F-2EB5-45BD-BECD-D358A039413F}" destId="{7DB8E4B8-C6D4-4F0D-84CF-CC303BEE8EC6}" srcOrd="1" destOrd="0" presId="urn:microsoft.com/office/officeart/2005/8/layout/lProcess3"/>
    <dgm:cxn modelId="{27BAE849-239D-4FA3-A755-D6813C5BA2BF}" type="presParOf" srcId="{F2ED6D2F-2EB5-45BD-BECD-D358A039413F}" destId="{87043698-B7DB-41AB-82A9-738D5BAC8285}" srcOrd="2" destOrd="0" presId="urn:microsoft.com/office/officeart/2005/8/layout/lProcess3"/>
    <dgm:cxn modelId="{20A9D43B-B511-41B0-8DC7-634F79CEB0E1}" type="presParOf" srcId="{87043698-B7DB-41AB-82A9-738D5BAC8285}" destId="{A423081A-8C91-4E48-AE9E-F3AA9E62E55C}" srcOrd="0" destOrd="0" presId="urn:microsoft.com/office/officeart/2005/8/layout/lProcess3"/>
    <dgm:cxn modelId="{AF810456-ADC3-41FE-93A2-58B6B940D349}" type="presParOf" srcId="{F2ED6D2F-2EB5-45BD-BECD-D358A039413F}" destId="{F5DAF1B1-3591-4F1D-A98D-51D36ED98CA1}" srcOrd="3" destOrd="0" presId="urn:microsoft.com/office/officeart/2005/8/layout/lProcess3"/>
    <dgm:cxn modelId="{20F44E08-3567-4F39-A36E-34977C150A95}" type="presParOf" srcId="{F2ED6D2F-2EB5-45BD-BECD-D358A039413F}" destId="{22766787-B0C7-4FD6-AACA-AED92B21270D}" srcOrd="4" destOrd="0" presId="urn:microsoft.com/office/officeart/2005/8/layout/lProcess3"/>
    <dgm:cxn modelId="{1006DBD6-0B77-4CD1-8229-35A8A3884EC3}" type="presParOf" srcId="{22766787-B0C7-4FD6-AACA-AED92B21270D}" destId="{2DD9F2AD-4F50-4DD5-B94D-5D725C9BA74D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7818ED-D81D-4400-81CC-B42CDDCE695F}" type="doc">
      <dgm:prSet loTypeId="urn:microsoft.com/office/officeart/2005/8/layout/lProcess3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6344EC59-1A6F-4DF1-ACEB-FD2627CC50D6}">
      <dgm:prSet/>
      <dgm:spPr/>
      <dgm:t>
        <a:bodyPr/>
        <a:lstStyle/>
        <a:p>
          <a:r>
            <a:rPr lang="en-IN"/>
            <a:t>Mader (2025)</a:t>
          </a:r>
        </a:p>
      </dgm:t>
    </dgm:pt>
    <dgm:pt modelId="{E960F0E7-323F-4904-8945-F143E969B6C4}" type="parTrans" cxnId="{C385CF4D-FD67-41EB-8CCC-8D89386FD01B}">
      <dgm:prSet/>
      <dgm:spPr/>
      <dgm:t>
        <a:bodyPr/>
        <a:lstStyle/>
        <a:p>
          <a:endParaRPr lang="en-IN"/>
        </a:p>
      </dgm:t>
    </dgm:pt>
    <dgm:pt modelId="{97258691-098A-4519-933D-AB11548DCC64}" type="sibTrans" cxnId="{C385CF4D-FD67-41EB-8CCC-8D89386FD01B}">
      <dgm:prSet/>
      <dgm:spPr/>
      <dgm:t>
        <a:bodyPr/>
        <a:lstStyle/>
        <a:p>
          <a:endParaRPr lang="en-IN"/>
        </a:p>
      </dgm:t>
    </dgm:pt>
    <dgm:pt modelId="{F54B1DCB-B701-45BF-A750-A5D3F88C9FF5}">
      <dgm:prSet/>
      <dgm:spPr/>
      <dgm:t>
        <a:bodyPr/>
        <a:lstStyle/>
        <a:p>
          <a:r>
            <a:rPr lang="en-IN"/>
            <a:t>Mu et al. (2022)</a:t>
          </a:r>
        </a:p>
      </dgm:t>
    </dgm:pt>
    <dgm:pt modelId="{683983AA-F494-44FF-9B50-6D41C8013105}" type="parTrans" cxnId="{84AB290B-00E6-4766-A6C2-3614E8C78F4E}">
      <dgm:prSet/>
      <dgm:spPr/>
      <dgm:t>
        <a:bodyPr/>
        <a:lstStyle/>
        <a:p>
          <a:endParaRPr lang="en-IN"/>
        </a:p>
      </dgm:t>
    </dgm:pt>
    <dgm:pt modelId="{DDD99BEC-3A87-4E84-BAD5-EE8C0431C73F}" type="sibTrans" cxnId="{84AB290B-00E6-4766-A6C2-3614E8C78F4E}">
      <dgm:prSet/>
      <dgm:spPr/>
      <dgm:t>
        <a:bodyPr/>
        <a:lstStyle/>
        <a:p>
          <a:endParaRPr lang="en-IN"/>
        </a:p>
      </dgm:t>
    </dgm:pt>
    <dgm:pt modelId="{E2347A68-5D88-4594-8D30-FA0B2D6AFB95}">
      <dgm:prSet/>
      <dgm:spPr/>
      <dgm:t>
        <a:bodyPr/>
        <a:lstStyle/>
        <a:p>
          <a:r>
            <a:rPr lang="en-IN"/>
            <a:t>Sha &amp; Dong (2021)</a:t>
          </a:r>
        </a:p>
      </dgm:t>
    </dgm:pt>
    <dgm:pt modelId="{F8C8EA53-D75D-4EA2-BAFA-8AF08F1B155C}" type="parTrans" cxnId="{097C759F-F6C8-4F93-B6CF-88166513D602}">
      <dgm:prSet/>
      <dgm:spPr/>
      <dgm:t>
        <a:bodyPr/>
        <a:lstStyle/>
        <a:p>
          <a:endParaRPr lang="en-IN"/>
        </a:p>
      </dgm:t>
    </dgm:pt>
    <dgm:pt modelId="{8C349EDB-D119-4DB0-9AA8-515828B0F62C}" type="sibTrans" cxnId="{097C759F-F6C8-4F93-B6CF-88166513D602}">
      <dgm:prSet/>
      <dgm:spPr/>
      <dgm:t>
        <a:bodyPr/>
        <a:lstStyle/>
        <a:p>
          <a:endParaRPr lang="en-IN"/>
        </a:p>
      </dgm:t>
    </dgm:pt>
    <dgm:pt modelId="{E1A7549F-8560-445C-8175-49FB3B92A648}" type="pres">
      <dgm:prSet presAssocID="{DD7818ED-D81D-4400-81CC-B42CDDCE695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68655A9-8248-4ECF-9305-3D5D674F68E6}" type="pres">
      <dgm:prSet presAssocID="{6344EC59-1A6F-4DF1-ACEB-FD2627CC50D6}" presName="horFlow" presStyleCnt="0"/>
      <dgm:spPr/>
    </dgm:pt>
    <dgm:pt modelId="{B1657461-7C2D-4355-AC27-C1F1CB8B94D7}" type="pres">
      <dgm:prSet presAssocID="{6344EC59-1A6F-4DF1-ACEB-FD2627CC50D6}" presName="bigChev" presStyleLbl="node1" presStyleIdx="0" presStyleCnt="3"/>
      <dgm:spPr/>
    </dgm:pt>
    <dgm:pt modelId="{87BE24A4-C2A1-4FBC-BB84-C72C1069F47F}" type="pres">
      <dgm:prSet presAssocID="{6344EC59-1A6F-4DF1-ACEB-FD2627CC50D6}" presName="vSp" presStyleCnt="0"/>
      <dgm:spPr/>
    </dgm:pt>
    <dgm:pt modelId="{7AFF2332-AE1C-42F5-81CE-3E9E3D991596}" type="pres">
      <dgm:prSet presAssocID="{F54B1DCB-B701-45BF-A750-A5D3F88C9FF5}" presName="horFlow" presStyleCnt="0"/>
      <dgm:spPr/>
    </dgm:pt>
    <dgm:pt modelId="{5657982B-28F0-4ABD-9891-A8F190450FBD}" type="pres">
      <dgm:prSet presAssocID="{F54B1DCB-B701-45BF-A750-A5D3F88C9FF5}" presName="bigChev" presStyleLbl="node1" presStyleIdx="1" presStyleCnt="3"/>
      <dgm:spPr/>
    </dgm:pt>
    <dgm:pt modelId="{EBF787D8-2185-4A97-AC2E-04B01CF21123}" type="pres">
      <dgm:prSet presAssocID="{F54B1DCB-B701-45BF-A750-A5D3F88C9FF5}" presName="vSp" presStyleCnt="0"/>
      <dgm:spPr/>
    </dgm:pt>
    <dgm:pt modelId="{DA58FFAD-F3EC-48FA-BC97-7B785ABF02FA}" type="pres">
      <dgm:prSet presAssocID="{E2347A68-5D88-4594-8D30-FA0B2D6AFB95}" presName="horFlow" presStyleCnt="0"/>
      <dgm:spPr/>
    </dgm:pt>
    <dgm:pt modelId="{F77567B2-60C8-4C34-9A07-12AA7E9BF6A8}" type="pres">
      <dgm:prSet presAssocID="{E2347A68-5D88-4594-8D30-FA0B2D6AFB95}" presName="bigChev" presStyleLbl="node1" presStyleIdx="2" presStyleCnt="3"/>
      <dgm:spPr/>
    </dgm:pt>
  </dgm:ptLst>
  <dgm:cxnLst>
    <dgm:cxn modelId="{310E4A04-98FE-4876-AF14-68C971D0A995}" type="presOf" srcId="{E2347A68-5D88-4594-8D30-FA0B2D6AFB95}" destId="{F77567B2-60C8-4C34-9A07-12AA7E9BF6A8}" srcOrd="0" destOrd="0" presId="urn:microsoft.com/office/officeart/2005/8/layout/lProcess3"/>
    <dgm:cxn modelId="{84AB290B-00E6-4766-A6C2-3614E8C78F4E}" srcId="{DD7818ED-D81D-4400-81CC-B42CDDCE695F}" destId="{F54B1DCB-B701-45BF-A750-A5D3F88C9FF5}" srcOrd="1" destOrd="0" parTransId="{683983AA-F494-44FF-9B50-6D41C8013105}" sibTransId="{DDD99BEC-3A87-4E84-BAD5-EE8C0431C73F}"/>
    <dgm:cxn modelId="{350D6510-D59B-4A34-9F95-1BF38B688B2A}" type="presOf" srcId="{F54B1DCB-B701-45BF-A750-A5D3F88C9FF5}" destId="{5657982B-28F0-4ABD-9891-A8F190450FBD}" srcOrd="0" destOrd="0" presId="urn:microsoft.com/office/officeart/2005/8/layout/lProcess3"/>
    <dgm:cxn modelId="{83C1CD2F-CE92-43AB-96D6-C655A68ED0CF}" type="presOf" srcId="{DD7818ED-D81D-4400-81CC-B42CDDCE695F}" destId="{E1A7549F-8560-445C-8175-49FB3B92A648}" srcOrd="0" destOrd="0" presId="urn:microsoft.com/office/officeart/2005/8/layout/lProcess3"/>
    <dgm:cxn modelId="{C385CF4D-FD67-41EB-8CCC-8D89386FD01B}" srcId="{DD7818ED-D81D-4400-81CC-B42CDDCE695F}" destId="{6344EC59-1A6F-4DF1-ACEB-FD2627CC50D6}" srcOrd="0" destOrd="0" parTransId="{E960F0E7-323F-4904-8945-F143E969B6C4}" sibTransId="{97258691-098A-4519-933D-AB11548DCC64}"/>
    <dgm:cxn modelId="{097C759F-F6C8-4F93-B6CF-88166513D602}" srcId="{DD7818ED-D81D-4400-81CC-B42CDDCE695F}" destId="{E2347A68-5D88-4594-8D30-FA0B2D6AFB95}" srcOrd="2" destOrd="0" parTransId="{F8C8EA53-D75D-4EA2-BAFA-8AF08F1B155C}" sibTransId="{8C349EDB-D119-4DB0-9AA8-515828B0F62C}"/>
    <dgm:cxn modelId="{78E22AA1-D713-4824-89FF-9142B6922BA5}" type="presOf" srcId="{6344EC59-1A6F-4DF1-ACEB-FD2627CC50D6}" destId="{B1657461-7C2D-4355-AC27-C1F1CB8B94D7}" srcOrd="0" destOrd="0" presId="urn:microsoft.com/office/officeart/2005/8/layout/lProcess3"/>
    <dgm:cxn modelId="{929EC42C-CBFF-4F91-8B1A-60D8D0436609}" type="presParOf" srcId="{E1A7549F-8560-445C-8175-49FB3B92A648}" destId="{768655A9-8248-4ECF-9305-3D5D674F68E6}" srcOrd="0" destOrd="0" presId="urn:microsoft.com/office/officeart/2005/8/layout/lProcess3"/>
    <dgm:cxn modelId="{8D7AD8C1-C8B2-4AB5-BB20-97DABF457BDF}" type="presParOf" srcId="{768655A9-8248-4ECF-9305-3D5D674F68E6}" destId="{B1657461-7C2D-4355-AC27-C1F1CB8B94D7}" srcOrd="0" destOrd="0" presId="urn:microsoft.com/office/officeart/2005/8/layout/lProcess3"/>
    <dgm:cxn modelId="{6563C033-48C0-42B7-BE34-F99AB9BC2E1E}" type="presParOf" srcId="{E1A7549F-8560-445C-8175-49FB3B92A648}" destId="{87BE24A4-C2A1-4FBC-BB84-C72C1069F47F}" srcOrd="1" destOrd="0" presId="urn:microsoft.com/office/officeart/2005/8/layout/lProcess3"/>
    <dgm:cxn modelId="{9E5C6909-0E6F-4E6B-B07F-627C89AD5DE5}" type="presParOf" srcId="{E1A7549F-8560-445C-8175-49FB3B92A648}" destId="{7AFF2332-AE1C-42F5-81CE-3E9E3D991596}" srcOrd="2" destOrd="0" presId="urn:microsoft.com/office/officeart/2005/8/layout/lProcess3"/>
    <dgm:cxn modelId="{752A038B-3753-4C97-80C8-8694F3D827CB}" type="presParOf" srcId="{7AFF2332-AE1C-42F5-81CE-3E9E3D991596}" destId="{5657982B-28F0-4ABD-9891-A8F190450FBD}" srcOrd="0" destOrd="0" presId="urn:microsoft.com/office/officeart/2005/8/layout/lProcess3"/>
    <dgm:cxn modelId="{544E41E7-174F-47B1-91FF-BB2385C66898}" type="presParOf" srcId="{E1A7549F-8560-445C-8175-49FB3B92A648}" destId="{EBF787D8-2185-4A97-AC2E-04B01CF21123}" srcOrd="3" destOrd="0" presId="urn:microsoft.com/office/officeart/2005/8/layout/lProcess3"/>
    <dgm:cxn modelId="{90E2A105-97E8-41B7-9241-440D54F8F488}" type="presParOf" srcId="{E1A7549F-8560-445C-8175-49FB3B92A648}" destId="{DA58FFAD-F3EC-48FA-BC97-7B785ABF02FA}" srcOrd="4" destOrd="0" presId="urn:microsoft.com/office/officeart/2005/8/layout/lProcess3"/>
    <dgm:cxn modelId="{E0ED4158-E393-43AF-9B6A-361FC6850EFB}" type="presParOf" srcId="{DA58FFAD-F3EC-48FA-BC97-7B785ABF02FA}" destId="{F77567B2-60C8-4C34-9A07-12AA7E9BF6A8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603CD37-EEFB-41B4-BBC6-A7E380A5C5C1}" type="doc">
      <dgm:prSet loTypeId="urn:microsoft.com/office/officeart/2005/8/layout/process1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FC487D57-EB65-44FA-9BE2-011E3CB19B30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Excessive dependence on generative AI systems may negatively impact human cognitive autonomy and emotional regulation.</a:t>
          </a:r>
        </a:p>
      </dgm:t>
    </dgm:pt>
    <dgm:pt modelId="{E7D22E01-1832-47EC-9CA0-244E7449CFA8}" type="parTrans" cxnId="{55E74874-897D-4413-BF85-906665FB329B}">
      <dgm:prSet/>
      <dgm:spPr/>
      <dgm:t>
        <a:bodyPr/>
        <a:lstStyle/>
        <a:p>
          <a:endParaRPr lang="en-IN"/>
        </a:p>
      </dgm:t>
    </dgm:pt>
    <dgm:pt modelId="{3AD08D0F-CBF8-4A1C-8F07-3620F93CBD93}" type="sibTrans" cxnId="{55E74874-897D-4413-BF85-906665FB329B}">
      <dgm:prSet/>
      <dgm:spPr/>
      <dgm:t>
        <a:bodyPr/>
        <a:lstStyle/>
        <a:p>
          <a:endParaRPr lang="en-IN"/>
        </a:p>
      </dgm:t>
    </dgm:pt>
    <dgm:pt modelId="{4D8E4573-9EA4-4039-9A79-39D14AE8BF20}" type="pres">
      <dgm:prSet presAssocID="{D603CD37-EEFB-41B4-BBC6-A7E380A5C5C1}" presName="Name0" presStyleCnt="0">
        <dgm:presLayoutVars>
          <dgm:dir/>
          <dgm:resizeHandles val="exact"/>
        </dgm:presLayoutVars>
      </dgm:prSet>
      <dgm:spPr/>
    </dgm:pt>
    <dgm:pt modelId="{1256763E-1462-4091-9B0A-88D71F35AEC8}" type="pres">
      <dgm:prSet presAssocID="{FC487D57-EB65-44FA-9BE2-011E3CB19B30}" presName="node" presStyleLbl="node1" presStyleIdx="0" presStyleCnt="1">
        <dgm:presLayoutVars>
          <dgm:bulletEnabled val="1"/>
        </dgm:presLayoutVars>
      </dgm:prSet>
      <dgm:spPr/>
    </dgm:pt>
  </dgm:ptLst>
  <dgm:cxnLst>
    <dgm:cxn modelId="{55E74874-897D-4413-BF85-906665FB329B}" srcId="{D603CD37-EEFB-41B4-BBC6-A7E380A5C5C1}" destId="{FC487D57-EB65-44FA-9BE2-011E3CB19B30}" srcOrd="0" destOrd="0" parTransId="{E7D22E01-1832-47EC-9CA0-244E7449CFA8}" sibTransId="{3AD08D0F-CBF8-4A1C-8F07-3620F93CBD93}"/>
    <dgm:cxn modelId="{8ADCBFC0-7483-4517-A82A-8D3D22B01860}" type="presOf" srcId="{D603CD37-EEFB-41B4-BBC6-A7E380A5C5C1}" destId="{4D8E4573-9EA4-4039-9A79-39D14AE8BF20}" srcOrd="0" destOrd="0" presId="urn:microsoft.com/office/officeart/2005/8/layout/process1"/>
    <dgm:cxn modelId="{51F762D7-E3FF-43AF-908E-721F704BF943}" type="presOf" srcId="{FC487D57-EB65-44FA-9BE2-011E3CB19B30}" destId="{1256763E-1462-4091-9B0A-88D71F35AEC8}" srcOrd="0" destOrd="0" presId="urn:microsoft.com/office/officeart/2005/8/layout/process1"/>
    <dgm:cxn modelId="{ED14A020-1773-4E00-B218-EBC35366D864}" type="presParOf" srcId="{4D8E4573-9EA4-4039-9A79-39D14AE8BF20}" destId="{1256763E-1462-4091-9B0A-88D71F35AEC8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31BFAB-F993-424C-9670-74AB544C50F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87C708-3169-4EFC-AC1B-C3AD0BE2245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Level 1 – Cognitive Offloading</a:t>
          </a:r>
          <a:endParaRPr lang="en-IN" dirty="0">
            <a:solidFill>
              <a:schemeClr val="tx1"/>
            </a:solidFill>
          </a:endParaRPr>
        </a:p>
      </dgm:t>
    </dgm:pt>
    <dgm:pt modelId="{881CFE5A-70F2-4895-B998-993F0947C039}" type="parTrans" cxnId="{1419CE72-A482-4324-9F91-9FC4A6E422E0}">
      <dgm:prSet/>
      <dgm:spPr/>
      <dgm:t>
        <a:bodyPr/>
        <a:lstStyle/>
        <a:p>
          <a:endParaRPr lang="en-IN"/>
        </a:p>
      </dgm:t>
    </dgm:pt>
    <dgm:pt modelId="{6AE4490D-4463-4186-B0F9-DFF934045A2E}" type="sibTrans" cxnId="{1419CE72-A482-4324-9F91-9FC4A6E422E0}">
      <dgm:prSet/>
      <dgm:spPr/>
      <dgm:t>
        <a:bodyPr/>
        <a:lstStyle/>
        <a:p>
          <a:endParaRPr lang="en-IN"/>
        </a:p>
      </dgm:t>
    </dgm:pt>
    <dgm:pt modelId="{E3357E56-D9F2-4157-AE87-224886D83BDF}">
      <dgm:prSet phldrT="[Text]" phldr="0"/>
      <dgm:spPr/>
      <dgm:t>
        <a:bodyPr/>
        <a:lstStyle/>
        <a:p>
          <a:r>
            <a:rPr lang="en-US" dirty="0"/>
            <a:t>Reliance on AI for basic thinking tasks</a:t>
          </a:r>
          <a:endParaRPr lang="en-IN" dirty="0"/>
        </a:p>
      </dgm:t>
    </dgm:pt>
    <dgm:pt modelId="{2DCD9A04-50B5-4F89-989F-FB257BCA8926}" type="parTrans" cxnId="{BCD2B822-2DEC-43FA-90A1-B460890E91F0}">
      <dgm:prSet/>
      <dgm:spPr/>
      <dgm:t>
        <a:bodyPr/>
        <a:lstStyle/>
        <a:p>
          <a:endParaRPr lang="en-IN"/>
        </a:p>
      </dgm:t>
    </dgm:pt>
    <dgm:pt modelId="{8E98EA23-1679-428F-A195-06E78E7BCA0A}" type="sibTrans" cxnId="{BCD2B822-2DEC-43FA-90A1-B460890E91F0}">
      <dgm:prSet/>
      <dgm:spPr/>
      <dgm:t>
        <a:bodyPr/>
        <a:lstStyle/>
        <a:p>
          <a:endParaRPr lang="en-IN"/>
        </a:p>
      </dgm:t>
    </dgm:pt>
    <dgm:pt modelId="{89AF5939-0230-4B2D-859C-DE395CCB933E}">
      <dgm:prSet phldrT="[Text]" phldr="0"/>
      <dgm:spPr/>
      <dgm:t>
        <a:bodyPr/>
        <a:lstStyle/>
        <a:p>
          <a:r>
            <a:rPr lang="en-US" dirty="0"/>
            <a:t>Reduced independent reasoning</a:t>
          </a:r>
          <a:endParaRPr lang="en-IN" dirty="0"/>
        </a:p>
      </dgm:t>
    </dgm:pt>
    <dgm:pt modelId="{4AF92BFB-B02B-4F40-AB1F-D1DC590B1C0C}" type="parTrans" cxnId="{6FBB4BDB-E5A5-4C73-88AF-F99C282277F7}">
      <dgm:prSet/>
      <dgm:spPr/>
      <dgm:t>
        <a:bodyPr/>
        <a:lstStyle/>
        <a:p>
          <a:endParaRPr lang="en-IN"/>
        </a:p>
      </dgm:t>
    </dgm:pt>
    <dgm:pt modelId="{F3790002-B1DE-4EBC-A4B4-9A2C866C8A3D}" type="sibTrans" cxnId="{6FBB4BDB-E5A5-4C73-88AF-F99C282277F7}">
      <dgm:prSet/>
      <dgm:spPr/>
      <dgm:t>
        <a:bodyPr/>
        <a:lstStyle/>
        <a:p>
          <a:endParaRPr lang="en-IN"/>
        </a:p>
      </dgm:t>
    </dgm:pt>
    <dgm:pt modelId="{C6FB9A73-90E0-42AB-9C56-690EEB6F1D71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Level 2 – Dependency Formation</a:t>
          </a:r>
          <a:endParaRPr lang="en-IN" dirty="0">
            <a:solidFill>
              <a:schemeClr val="tx1"/>
            </a:solidFill>
          </a:endParaRPr>
        </a:p>
      </dgm:t>
    </dgm:pt>
    <dgm:pt modelId="{6E7CF6F2-7819-4CFA-A2A8-BCE3E8D00150}" type="parTrans" cxnId="{6E929BD0-81C8-40F6-BCE2-29158A45C934}">
      <dgm:prSet/>
      <dgm:spPr/>
      <dgm:t>
        <a:bodyPr/>
        <a:lstStyle/>
        <a:p>
          <a:endParaRPr lang="en-IN"/>
        </a:p>
      </dgm:t>
    </dgm:pt>
    <dgm:pt modelId="{51E15FF1-E900-43D0-8C8C-6AB2ADDE6F82}" type="sibTrans" cxnId="{6E929BD0-81C8-40F6-BCE2-29158A45C934}">
      <dgm:prSet/>
      <dgm:spPr/>
      <dgm:t>
        <a:bodyPr/>
        <a:lstStyle/>
        <a:p>
          <a:endParaRPr lang="en-IN"/>
        </a:p>
      </dgm:t>
    </dgm:pt>
    <dgm:pt modelId="{8D4040E7-8878-4F36-BB4B-184C802E346C}">
      <dgm:prSet phldrT="[Text]" phldr="0"/>
      <dgm:spPr/>
      <dgm:t>
        <a:bodyPr/>
        <a:lstStyle/>
        <a:p>
          <a:r>
            <a:rPr lang="en-US" dirty="0"/>
            <a:t>Frequent use of AI for decision-making</a:t>
          </a:r>
          <a:endParaRPr lang="en-IN" dirty="0"/>
        </a:p>
      </dgm:t>
    </dgm:pt>
    <dgm:pt modelId="{7FBC585F-BAD2-4750-9553-E28F2C9F4C90}" type="parTrans" cxnId="{961BC607-20D4-45BB-9283-A03ACA7C90DF}">
      <dgm:prSet/>
      <dgm:spPr/>
      <dgm:t>
        <a:bodyPr/>
        <a:lstStyle/>
        <a:p>
          <a:endParaRPr lang="en-IN"/>
        </a:p>
      </dgm:t>
    </dgm:pt>
    <dgm:pt modelId="{1DF754C3-2A3E-441B-B8FE-BA87FBCA6B0A}" type="sibTrans" cxnId="{961BC607-20D4-45BB-9283-A03ACA7C90DF}">
      <dgm:prSet/>
      <dgm:spPr/>
      <dgm:t>
        <a:bodyPr/>
        <a:lstStyle/>
        <a:p>
          <a:endParaRPr lang="en-IN"/>
        </a:p>
      </dgm:t>
    </dgm:pt>
    <dgm:pt modelId="{A6F60841-20AD-4D95-B822-A90CA853A5B0}">
      <dgm:prSet phldrT="[Text]" phldr="0"/>
      <dgm:spPr/>
      <dgm:t>
        <a:bodyPr/>
        <a:lstStyle/>
        <a:p>
          <a:r>
            <a:rPr lang="en-US" dirty="0"/>
            <a:t>Difficulty functioning without AI assistance</a:t>
          </a:r>
          <a:endParaRPr lang="en-IN" dirty="0"/>
        </a:p>
      </dgm:t>
    </dgm:pt>
    <dgm:pt modelId="{4114E803-8784-44A7-AD5A-EEB666BB78A5}" type="parTrans" cxnId="{C06CF261-45D2-4B46-930D-FD39C57A4C86}">
      <dgm:prSet/>
      <dgm:spPr/>
      <dgm:t>
        <a:bodyPr/>
        <a:lstStyle/>
        <a:p>
          <a:endParaRPr lang="en-IN"/>
        </a:p>
      </dgm:t>
    </dgm:pt>
    <dgm:pt modelId="{D3F400F1-9462-45BE-95E3-9577B60685FE}" type="sibTrans" cxnId="{C06CF261-45D2-4B46-930D-FD39C57A4C86}">
      <dgm:prSet/>
      <dgm:spPr/>
      <dgm:t>
        <a:bodyPr/>
        <a:lstStyle/>
        <a:p>
          <a:endParaRPr lang="en-IN"/>
        </a:p>
      </dgm:t>
    </dgm:pt>
    <dgm:pt modelId="{C11C75B1-62B2-4C4E-A1F2-7516F8A141C1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Level 3 – Behavioural Distortion</a:t>
          </a:r>
          <a:endParaRPr lang="en-IN" dirty="0">
            <a:solidFill>
              <a:schemeClr val="tx1"/>
            </a:solidFill>
          </a:endParaRPr>
        </a:p>
      </dgm:t>
    </dgm:pt>
    <dgm:pt modelId="{22477F78-4933-489E-9F2C-DC4DAE854AF1}" type="parTrans" cxnId="{2DB860E2-6A3B-4B54-BC66-8EBBB49A7B31}">
      <dgm:prSet/>
      <dgm:spPr/>
      <dgm:t>
        <a:bodyPr/>
        <a:lstStyle/>
        <a:p>
          <a:endParaRPr lang="en-IN"/>
        </a:p>
      </dgm:t>
    </dgm:pt>
    <dgm:pt modelId="{6F558EBB-9542-4C87-B705-C5E8501E9C4A}" type="sibTrans" cxnId="{2DB860E2-6A3B-4B54-BC66-8EBBB49A7B31}">
      <dgm:prSet/>
      <dgm:spPr/>
      <dgm:t>
        <a:bodyPr/>
        <a:lstStyle/>
        <a:p>
          <a:endParaRPr lang="en-IN"/>
        </a:p>
      </dgm:t>
    </dgm:pt>
    <dgm:pt modelId="{A3EB346E-BC11-4FEE-84E6-F76E34A74B49}">
      <dgm:prSet phldrT="[Text]" phldr="0"/>
      <dgm:spPr/>
      <dgm:t>
        <a:bodyPr/>
        <a:lstStyle/>
        <a:p>
          <a:r>
            <a:rPr lang="en-US" dirty="0"/>
            <a:t>Emotional attachment to AI systems</a:t>
          </a:r>
          <a:endParaRPr lang="en-IN" dirty="0"/>
        </a:p>
      </dgm:t>
    </dgm:pt>
    <dgm:pt modelId="{FA3D0415-D681-4A76-AD17-A32BC6D9BD9E}" type="parTrans" cxnId="{686AE016-4584-4D7E-A30E-5601B96F20B1}">
      <dgm:prSet/>
      <dgm:spPr/>
      <dgm:t>
        <a:bodyPr/>
        <a:lstStyle/>
        <a:p>
          <a:endParaRPr lang="en-IN"/>
        </a:p>
      </dgm:t>
    </dgm:pt>
    <dgm:pt modelId="{7F874CE7-A0A6-4A50-A657-F7E79ED0D3C1}" type="sibTrans" cxnId="{686AE016-4584-4D7E-A30E-5601B96F20B1}">
      <dgm:prSet/>
      <dgm:spPr/>
      <dgm:t>
        <a:bodyPr/>
        <a:lstStyle/>
        <a:p>
          <a:endParaRPr lang="en-IN"/>
        </a:p>
      </dgm:t>
    </dgm:pt>
    <dgm:pt modelId="{51ACCB21-E90D-405D-9A96-855D7DB16CA9}">
      <dgm:prSet phldrT="[Text]" phldr="0"/>
      <dgm:spPr/>
      <dgm:t>
        <a:bodyPr/>
        <a:lstStyle/>
        <a:p>
          <a:r>
            <a:rPr lang="en-US" dirty="0"/>
            <a:t>Acceptance of incorrect AI outputs as valid</a:t>
          </a:r>
          <a:endParaRPr lang="en-IN" dirty="0"/>
        </a:p>
      </dgm:t>
    </dgm:pt>
    <dgm:pt modelId="{D34F23BB-96DB-402A-9C80-CAB9340212D8}" type="parTrans" cxnId="{EC11BFC2-09AD-4510-8F6C-AF1CA97D6A8C}">
      <dgm:prSet/>
      <dgm:spPr/>
      <dgm:t>
        <a:bodyPr/>
        <a:lstStyle/>
        <a:p>
          <a:endParaRPr lang="en-IN"/>
        </a:p>
      </dgm:t>
    </dgm:pt>
    <dgm:pt modelId="{2F63A40D-473D-4DF4-9E4A-670F942C3F3E}" type="sibTrans" cxnId="{EC11BFC2-09AD-4510-8F6C-AF1CA97D6A8C}">
      <dgm:prSet/>
      <dgm:spPr/>
      <dgm:t>
        <a:bodyPr/>
        <a:lstStyle/>
        <a:p>
          <a:endParaRPr lang="en-IN"/>
        </a:p>
      </dgm:t>
    </dgm:pt>
    <dgm:pt modelId="{B2703A08-FB3A-432F-AC97-4113DD8C0514}" type="pres">
      <dgm:prSet presAssocID="{3F31BFAB-F993-424C-9670-74AB544C50FE}" presName="Name0" presStyleCnt="0">
        <dgm:presLayoutVars>
          <dgm:dir/>
          <dgm:animLvl val="lvl"/>
          <dgm:resizeHandles val="exact"/>
        </dgm:presLayoutVars>
      </dgm:prSet>
      <dgm:spPr/>
    </dgm:pt>
    <dgm:pt modelId="{30AEBCBC-4D22-46DC-A8B9-58E88B7A35A0}" type="pres">
      <dgm:prSet presAssocID="{2687C708-3169-4EFC-AC1B-C3AD0BE22459}" presName="linNode" presStyleCnt="0"/>
      <dgm:spPr/>
    </dgm:pt>
    <dgm:pt modelId="{F3BD8250-6D65-484E-BA5B-583CB9CF087E}" type="pres">
      <dgm:prSet presAssocID="{2687C708-3169-4EFC-AC1B-C3AD0BE2245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7BD8AE8-93BB-4B8B-A1DE-CAE8693EB025}" type="pres">
      <dgm:prSet presAssocID="{2687C708-3169-4EFC-AC1B-C3AD0BE22459}" presName="descendantText" presStyleLbl="alignAccFollowNode1" presStyleIdx="0" presStyleCnt="3">
        <dgm:presLayoutVars>
          <dgm:bulletEnabled val="1"/>
        </dgm:presLayoutVars>
      </dgm:prSet>
      <dgm:spPr/>
    </dgm:pt>
    <dgm:pt modelId="{B6BF24D9-C098-4454-944A-42F7B425321D}" type="pres">
      <dgm:prSet presAssocID="{6AE4490D-4463-4186-B0F9-DFF934045A2E}" presName="sp" presStyleCnt="0"/>
      <dgm:spPr/>
    </dgm:pt>
    <dgm:pt modelId="{E05FBFBE-4EDB-4900-957A-B4CCA813E719}" type="pres">
      <dgm:prSet presAssocID="{C6FB9A73-90E0-42AB-9C56-690EEB6F1D71}" presName="linNode" presStyleCnt="0"/>
      <dgm:spPr/>
    </dgm:pt>
    <dgm:pt modelId="{6A3566EE-BD00-48EC-B985-924CCFE8A8EB}" type="pres">
      <dgm:prSet presAssocID="{C6FB9A73-90E0-42AB-9C56-690EEB6F1D7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65B87A1-273F-46F3-BA44-0C4ACCF95142}" type="pres">
      <dgm:prSet presAssocID="{C6FB9A73-90E0-42AB-9C56-690EEB6F1D71}" presName="descendantText" presStyleLbl="alignAccFollowNode1" presStyleIdx="1" presStyleCnt="3">
        <dgm:presLayoutVars>
          <dgm:bulletEnabled val="1"/>
        </dgm:presLayoutVars>
      </dgm:prSet>
      <dgm:spPr/>
    </dgm:pt>
    <dgm:pt modelId="{45831310-D35F-47ED-9981-C70F9FBA749E}" type="pres">
      <dgm:prSet presAssocID="{51E15FF1-E900-43D0-8C8C-6AB2ADDE6F82}" presName="sp" presStyleCnt="0"/>
      <dgm:spPr/>
    </dgm:pt>
    <dgm:pt modelId="{B7FE118D-C48A-4C7C-BD7C-155FFC03BFB1}" type="pres">
      <dgm:prSet presAssocID="{C11C75B1-62B2-4C4E-A1F2-7516F8A141C1}" presName="linNode" presStyleCnt="0"/>
      <dgm:spPr/>
    </dgm:pt>
    <dgm:pt modelId="{720E2161-E32A-4898-8EEC-B1EC3A8EBBC7}" type="pres">
      <dgm:prSet presAssocID="{C11C75B1-62B2-4C4E-A1F2-7516F8A141C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1706692-25A9-4859-90B9-07C8E8CECEB0}" type="pres">
      <dgm:prSet presAssocID="{C11C75B1-62B2-4C4E-A1F2-7516F8A141C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8172901-2570-4BCC-8919-4FACC2CD88B1}" type="presOf" srcId="{A3EB346E-BC11-4FEE-84E6-F76E34A74B49}" destId="{11706692-25A9-4859-90B9-07C8E8CECEB0}" srcOrd="0" destOrd="0" presId="urn:microsoft.com/office/officeart/2005/8/layout/vList5"/>
    <dgm:cxn modelId="{961BC607-20D4-45BB-9283-A03ACA7C90DF}" srcId="{C6FB9A73-90E0-42AB-9C56-690EEB6F1D71}" destId="{8D4040E7-8878-4F36-BB4B-184C802E346C}" srcOrd="0" destOrd="0" parTransId="{7FBC585F-BAD2-4750-9553-E28F2C9F4C90}" sibTransId="{1DF754C3-2A3E-441B-B8FE-BA87FBCA6B0A}"/>
    <dgm:cxn modelId="{C23DFA14-69AE-48D8-871F-8FC80BA804C4}" type="presOf" srcId="{89AF5939-0230-4B2D-859C-DE395CCB933E}" destId="{47BD8AE8-93BB-4B8B-A1DE-CAE8693EB025}" srcOrd="0" destOrd="1" presId="urn:microsoft.com/office/officeart/2005/8/layout/vList5"/>
    <dgm:cxn modelId="{B9A16A16-212E-460F-BDDC-648D2887DA41}" type="presOf" srcId="{2687C708-3169-4EFC-AC1B-C3AD0BE22459}" destId="{F3BD8250-6D65-484E-BA5B-583CB9CF087E}" srcOrd="0" destOrd="0" presId="urn:microsoft.com/office/officeart/2005/8/layout/vList5"/>
    <dgm:cxn modelId="{686AE016-4584-4D7E-A30E-5601B96F20B1}" srcId="{C11C75B1-62B2-4C4E-A1F2-7516F8A141C1}" destId="{A3EB346E-BC11-4FEE-84E6-F76E34A74B49}" srcOrd="0" destOrd="0" parTransId="{FA3D0415-D681-4A76-AD17-A32BC6D9BD9E}" sibTransId="{7F874CE7-A0A6-4A50-A657-F7E79ED0D3C1}"/>
    <dgm:cxn modelId="{2D3DD11B-2545-418C-A7B5-8AE2C76E46A5}" type="presOf" srcId="{51ACCB21-E90D-405D-9A96-855D7DB16CA9}" destId="{11706692-25A9-4859-90B9-07C8E8CECEB0}" srcOrd="0" destOrd="1" presId="urn:microsoft.com/office/officeart/2005/8/layout/vList5"/>
    <dgm:cxn modelId="{BCD2B822-2DEC-43FA-90A1-B460890E91F0}" srcId="{2687C708-3169-4EFC-AC1B-C3AD0BE22459}" destId="{E3357E56-D9F2-4157-AE87-224886D83BDF}" srcOrd="0" destOrd="0" parTransId="{2DCD9A04-50B5-4F89-989F-FB257BCA8926}" sibTransId="{8E98EA23-1679-428F-A195-06E78E7BCA0A}"/>
    <dgm:cxn modelId="{C06CF261-45D2-4B46-930D-FD39C57A4C86}" srcId="{C6FB9A73-90E0-42AB-9C56-690EEB6F1D71}" destId="{A6F60841-20AD-4D95-B822-A90CA853A5B0}" srcOrd="1" destOrd="0" parTransId="{4114E803-8784-44A7-AD5A-EEB666BB78A5}" sibTransId="{D3F400F1-9462-45BE-95E3-9577B60685FE}"/>
    <dgm:cxn modelId="{1419CE72-A482-4324-9F91-9FC4A6E422E0}" srcId="{3F31BFAB-F993-424C-9670-74AB544C50FE}" destId="{2687C708-3169-4EFC-AC1B-C3AD0BE22459}" srcOrd="0" destOrd="0" parTransId="{881CFE5A-70F2-4895-B998-993F0947C039}" sibTransId="{6AE4490D-4463-4186-B0F9-DFF934045A2E}"/>
    <dgm:cxn modelId="{2897F087-5908-4749-A6FA-BD4983B6C138}" type="presOf" srcId="{8D4040E7-8878-4F36-BB4B-184C802E346C}" destId="{065B87A1-273F-46F3-BA44-0C4ACCF95142}" srcOrd="0" destOrd="0" presId="urn:microsoft.com/office/officeart/2005/8/layout/vList5"/>
    <dgm:cxn modelId="{2DD0B69A-4CB3-4227-A564-31D9FDA6C3F2}" type="presOf" srcId="{C6FB9A73-90E0-42AB-9C56-690EEB6F1D71}" destId="{6A3566EE-BD00-48EC-B985-924CCFE8A8EB}" srcOrd="0" destOrd="0" presId="urn:microsoft.com/office/officeart/2005/8/layout/vList5"/>
    <dgm:cxn modelId="{EC11BFC2-09AD-4510-8F6C-AF1CA97D6A8C}" srcId="{C11C75B1-62B2-4C4E-A1F2-7516F8A141C1}" destId="{51ACCB21-E90D-405D-9A96-855D7DB16CA9}" srcOrd="1" destOrd="0" parTransId="{D34F23BB-96DB-402A-9C80-CAB9340212D8}" sibTransId="{2F63A40D-473D-4DF4-9E4A-670F942C3F3E}"/>
    <dgm:cxn modelId="{6B2C7DCD-B083-43F1-A617-FB9F72B7FF92}" type="presOf" srcId="{E3357E56-D9F2-4157-AE87-224886D83BDF}" destId="{47BD8AE8-93BB-4B8B-A1DE-CAE8693EB025}" srcOrd="0" destOrd="0" presId="urn:microsoft.com/office/officeart/2005/8/layout/vList5"/>
    <dgm:cxn modelId="{6E929BD0-81C8-40F6-BCE2-29158A45C934}" srcId="{3F31BFAB-F993-424C-9670-74AB544C50FE}" destId="{C6FB9A73-90E0-42AB-9C56-690EEB6F1D71}" srcOrd="1" destOrd="0" parTransId="{6E7CF6F2-7819-4CFA-A2A8-BCE3E8D00150}" sibTransId="{51E15FF1-E900-43D0-8C8C-6AB2ADDE6F82}"/>
    <dgm:cxn modelId="{496287D8-FD7A-4A22-A63A-A313A46673CB}" type="presOf" srcId="{A6F60841-20AD-4D95-B822-A90CA853A5B0}" destId="{065B87A1-273F-46F3-BA44-0C4ACCF95142}" srcOrd="0" destOrd="1" presId="urn:microsoft.com/office/officeart/2005/8/layout/vList5"/>
    <dgm:cxn modelId="{6FBB4BDB-E5A5-4C73-88AF-F99C282277F7}" srcId="{2687C708-3169-4EFC-AC1B-C3AD0BE22459}" destId="{89AF5939-0230-4B2D-859C-DE395CCB933E}" srcOrd="1" destOrd="0" parTransId="{4AF92BFB-B02B-4F40-AB1F-D1DC590B1C0C}" sibTransId="{F3790002-B1DE-4EBC-A4B4-9A2C866C8A3D}"/>
    <dgm:cxn modelId="{2DB860E2-6A3B-4B54-BC66-8EBBB49A7B31}" srcId="{3F31BFAB-F993-424C-9670-74AB544C50FE}" destId="{C11C75B1-62B2-4C4E-A1F2-7516F8A141C1}" srcOrd="2" destOrd="0" parTransId="{22477F78-4933-489E-9F2C-DC4DAE854AF1}" sibTransId="{6F558EBB-9542-4C87-B705-C5E8501E9C4A}"/>
    <dgm:cxn modelId="{1E3D11EE-C63C-414C-B7F0-5626A7A22583}" type="presOf" srcId="{3F31BFAB-F993-424C-9670-74AB544C50FE}" destId="{B2703A08-FB3A-432F-AC97-4113DD8C0514}" srcOrd="0" destOrd="0" presId="urn:microsoft.com/office/officeart/2005/8/layout/vList5"/>
    <dgm:cxn modelId="{97434EF0-FB0C-47BE-8DB8-ECB00082B892}" type="presOf" srcId="{C11C75B1-62B2-4C4E-A1F2-7516F8A141C1}" destId="{720E2161-E32A-4898-8EEC-B1EC3A8EBBC7}" srcOrd="0" destOrd="0" presId="urn:microsoft.com/office/officeart/2005/8/layout/vList5"/>
    <dgm:cxn modelId="{9941FCB3-C23A-4247-8716-727AEBD1611B}" type="presParOf" srcId="{B2703A08-FB3A-432F-AC97-4113DD8C0514}" destId="{30AEBCBC-4D22-46DC-A8B9-58E88B7A35A0}" srcOrd="0" destOrd="0" presId="urn:microsoft.com/office/officeart/2005/8/layout/vList5"/>
    <dgm:cxn modelId="{8120E55D-E260-491A-B328-95EC2BDF5F9A}" type="presParOf" srcId="{30AEBCBC-4D22-46DC-A8B9-58E88B7A35A0}" destId="{F3BD8250-6D65-484E-BA5B-583CB9CF087E}" srcOrd="0" destOrd="0" presId="urn:microsoft.com/office/officeart/2005/8/layout/vList5"/>
    <dgm:cxn modelId="{D71ABFFB-6803-4068-BF7B-BDD72342BFC5}" type="presParOf" srcId="{30AEBCBC-4D22-46DC-A8B9-58E88B7A35A0}" destId="{47BD8AE8-93BB-4B8B-A1DE-CAE8693EB025}" srcOrd="1" destOrd="0" presId="urn:microsoft.com/office/officeart/2005/8/layout/vList5"/>
    <dgm:cxn modelId="{F7800BC8-1D9C-4C77-8163-8C01D3F55189}" type="presParOf" srcId="{B2703A08-FB3A-432F-AC97-4113DD8C0514}" destId="{B6BF24D9-C098-4454-944A-42F7B425321D}" srcOrd="1" destOrd="0" presId="urn:microsoft.com/office/officeart/2005/8/layout/vList5"/>
    <dgm:cxn modelId="{65F9766C-F7FE-4786-BD23-628F8C78D3C8}" type="presParOf" srcId="{B2703A08-FB3A-432F-AC97-4113DD8C0514}" destId="{E05FBFBE-4EDB-4900-957A-B4CCA813E719}" srcOrd="2" destOrd="0" presId="urn:microsoft.com/office/officeart/2005/8/layout/vList5"/>
    <dgm:cxn modelId="{B98BD2FD-0329-4323-A248-91A47D4A9EA8}" type="presParOf" srcId="{E05FBFBE-4EDB-4900-957A-B4CCA813E719}" destId="{6A3566EE-BD00-48EC-B985-924CCFE8A8EB}" srcOrd="0" destOrd="0" presId="urn:microsoft.com/office/officeart/2005/8/layout/vList5"/>
    <dgm:cxn modelId="{443CC8C7-5D26-498D-98C7-F938A654049E}" type="presParOf" srcId="{E05FBFBE-4EDB-4900-957A-B4CCA813E719}" destId="{065B87A1-273F-46F3-BA44-0C4ACCF95142}" srcOrd="1" destOrd="0" presId="urn:microsoft.com/office/officeart/2005/8/layout/vList5"/>
    <dgm:cxn modelId="{DF2D289D-AA92-487A-957F-2BF598AFBF00}" type="presParOf" srcId="{B2703A08-FB3A-432F-AC97-4113DD8C0514}" destId="{45831310-D35F-47ED-9981-C70F9FBA749E}" srcOrd="3" destOrd="0" presId="urn:microsoft.com/office/officeart/2005/8/layout/vList5"/>
    <dgm:cxn modelId="{789F6513-60E6-4BFA-B0B1-F65F7BEAF6B7}" type="presParOf" srcId="{B2703A08-FB3A-432F-AC97-4113DD8C0514}" destId="{B7FE118D-C48A-4C7C-BD7C-155FFC03BFB1}" srcOrd="4" destOrd="0" presId="urn:microsoft.com/office/officeart/2005/8/layout/vList5"/>
    <dgm:cxn modelId="{952ED590-9E3E-414D-B29A-5006F60FB2BB}" type="presParOf" srcId="{B7FE118D-C48A-4C7C-BD7C-155FFC03BFB1}" destId="{720E2161-E32A-4898-8EEC-B1EC3A8EBBC7}" srcOrd="0" destOrd="0" presId="urn:microsoft.com/office/officeart/2005/8/layout/vList5"/>
    <dgm:cxn modelId="{179281F8-4488-494C-92A2-C0DC4ECB3A83}" type="presParOf" srcId="{B7FE118D-C48A-4C7C-BD7C-155FFC03BFB1}" destId="{11706692-25A9-4859-90B9-07C8E8CECEB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421DF8-43F8-4C20-A804-8114FAA99273}" type="doc">
      <dgm:prSet loTypeId="urn:microsoft.com/office/officeart/2005/8/layout/vList2" loCatId="list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8E99E377-EF83-4A82-813A-EDDBA1770DE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Mader, Jackie. “‘The Reading Year’: First Grade Is Critical for Reading Skills, but Kids Coming from Disrupted Kindergarten Experiences Are Way Behind.” </a:t>
          </a:r>
          <a:r>
            <a:rPr lang="en-US" i="1" dirty="0">
              <a:solidFill>
                <a:schemeClr val="tx1"/>
              </a:solidFill>
            </a:rPr>
            <a:t>The Hechinger Report</a:t>
          </a:r>
          <a:r>
            <a:rPr lang="en-US" dirty="0">
              <a:solidFill>
                <a:schemeClr val="tx1"/>
              </a:solidFill>
            </a:rPr>
            <a:t>, 16 Apr. 2025, hechingerreport.org/the-reading-year-first-grade-is-critical-for-reading-skills-but-kids-coming-from-disrupted-kindergarten-experiences-are-way-behind/.</a:t>
          </a:r>
          <a:endParaRPr lang="en-IN" dirty="0">
            <a:solidFill>
              <a:schemeClr val="tx1"/>
            </a:solidFill>
          </a:endParaRPr>
        </a:p>
      </dgm:t>
    </dgm:pt>
    <dgm:pt modelId="{1AC6C21B-FEE5-4A6A-A8B1-3C6D1935A212}" type="parTrans" cxnId="{D98895A4-0AA3-403D-818A-818E479A593D}">
      <dgm:prSet/>
      <dgm:spPr/>
      <dgm:t>
        <a:bodyPr/>
        <a:lstStyle/>
        <a:p>
          <a:endParaRPr lang="en-IN"/>
        </a:p>
      </dgm:t>
    </dgm:pt>
    <dgm:pt modelId="{A4E8BE7F-5580-41DD-A3E3-05EF6F224E55}" type="sibTrans" cxnId="{D98895A4-0AA3-403D-818A-818E479A593D}">
      <dgm:prSet/>
      <dgm:spPr/>
      <dgm:t>
        <a:bodyPr/>
        <a:lstStyle/>
        <a:p>
          <a:endParaRPr lang="en-IN"/>
        </a:p>
      </dgm:t>
    </dgm:pt>
    <dgm:pt modelId="{C89A3F48-7CC7-436F-A4EA-686E2A2AEF6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“Microsoft Attention Spans Research Report.” </a:t>
          </a:r>
          <a:r>
            <a:rPr lang="en-US" i="1" dirty="0">
              <a:solidFill>
                <a:schemeClr val="tx1"/>
              </a:solidFill>
            </a:rPr>
            <a:t>Scribd</a:t>
          </a:r>
          <a:r>
            <a:rPr lang="en-US" dirty="0">
              <a:solidFill>
                <a:schemeClr val="tx1"/>
              </a:solidFill>
            </a:rPr>
            <a:t>, Scribd, www.scribd.com/document/265348695/Microsoft-Attention-Spans-Research-Report.</a:t>
          </a:r>
          <a:endParaRPr lang="en-IN" dirty="0">
            <a:solidFill>
              <a:schemeClr val="tx1"/>
            </a:solidFill>
          </a:endParaRPr>
        </a:p>
      </dgm:t>
    </dgm:pt>
    <dgm:pt modelId="{ABA31161-0950-4EB2-8466-90545DE4060E}" type="parTrans" cxnId="{0D6C11DB-5EC4-4342-AE1D-F01C9CB85D1D}">
      <dgm:prSet/>
      <dgm:spPr/>
      <dgm:t>
        <a:bodyPr/>
        <a:lstStyle/>
        <a:p>
          <a:endParaRPr lang="en-IN"/>
        </a:p>
      </dgm:t>
    </dgm:pt>
    <dgm:pt modelId="{A8B89B12-BAB3-4E37-8DE3-2004439AC08F}" type="sibTrans" cxnId="{0D6C11DB-5EC4-4342-AE1D-F01C9CB85D1D}">
      <dgm:prSet/>
      <dgm:spPr/>
      <dgm:t>
        <a:bodyPr/>
        <a:lstStyle/>
        <a:p>
          <a:endParaRPr lang="en-IN"/>
        </a:p>
      </dgm:t>
    </dgm:pt>
    <dgm:pt modelId="{51AB5F83-5C72-4B29-A6E7-C72D92A9CFE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Mu, </a:t>
          </a:r>
          <a:r>
            <a:rPr lang="en-US" dirty="0" err="1">
              <a:solidFill>
                <a:schemeClr val="tx1"/>
              </a:solidFill>
            </a:rPr>
            <a:t>Honglei</a:t>
          </a:r>
          <a:r>
            <a:rPr lang="en-US" dirty="0">
              <a:solidFill>
                <a:schemeClr val="tx1"/>
              </a:solidFill>
            </a:rPr>
            <a:t>, et al. “Drivers and Consequences of Short-Form Video (SFV) Addiction amongst Adolescents in China: Stress-Coping Theory Perspective.” </a:t>
          </a:r>
          <a:r>
            <a:rPr lang="en-US" i="1" dirty="0">
              <a:solidFill>
                <a:schemeClr val="tx1"/>
              </a:solidFill>
            </a:rPr>
            <a:t>MDPI</a:t>
          </a:r>
          <a:r>
            <a:rPr lang="en-US" dirty="0">
              <a:solidFill>
                <a:schemeClr val="tx1"/>
              </a:solidFill>
            </a:rPr>
            <a:t>, Multidisciplinary Digital Publishing Institute, 29 Oct. 2022, www.mdpi.com/1660-4601/19/21/14173.</a:t>
          </a:r>
          <a:endParaRPr lang="en-IN" dirty="0">
            <a:solidFill>
              <a:schemeClr val="tx1"/>
            </a:solidFill>
          </a:endParaRPr>
        </a:p>
      </dgm:t>
    </dgm:pt>
    <dgm:pt modelId="{8BD647E4-4BEA-4A2F-BF6A-D9DDFD992B70}" type="parTrans" cxnId="{86E7479A-68F2-4BAA-8093-9347437A0CB4}">
      <dgm:prSet/>
      <dgm:spPr/>
      <dgm:t>
        <a:bodyPr/>
        <a:lstStyle/>
        <a:p>
          <a:endParaRPr lang="en-IN"/>
        </a:p>
      </dgm:t>
    </dgm:pt>
    <dgm:pt modelId="{0D0A03B7-04C0-4D99-B8C9-282596EB3C6C}" type="sibTrans" cxnId="{86E7479A-68F2-4BAA-8093-9347437A0CB4}">
      <dgm:prSet/>
      <dgm:spPr/>
      <dgm:t>
        <a:bodyPr/>
        <a:lstStyle/>
        <a:p>
          <a:endParaRPr lang="en-IN"/>
        </a:p>
      </dgm:t>
    </dgm:pt>
    <dgm:pt modelId="{F3ABCC7C-CC2C-4500-ACE1-1ED954064BB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“NAEP Report Card: Reading.” </a:t>
          </a:r>
          <a:r>
            <a:rPr lang="en-US" i="1" dirty="0">
              <a:solidFill>
                <a:schemeClr val="tx1"/>
              </a:solidFill>
            </a:rPr>
            <a:t>The Nation’s Report Card</a:t>
          </a:r>
          <a:r>
            <a:rPr lang="en-US" dirty="0">
              <a:solidFill>
                <a:schemeClr val="tx1"/>
              </a:solidFill>
            </a:rPr>
            <a:t>, www.nationsreportcard.gov/reports/reading/2024/g4_8/?grade=4.</a:t>
          </a:r>
          <a:endParaRPr lang="en-IN" dirty="0">
            <a:solidFill>
              <a:schemeClr val="tx1"/>
            </a:solidFill>
          </a:endParaRPr>
        </a:p>
      </dgm:t>
    </dgm:pt>
    <dgm:pt modelId="{9C7D13CC-B295-462A-ADF7-FA0FDBFC4144}" type="parTrans" cxnId="{9DBC41EB-0ADE-42DD-A422-BD7A56CA0C93}">
      <dgm:prSet/>
      <dgm:spPr/>
      <dgm:t>
        <a:bodyPr/>
        <a:lstStyle/>
        <a:p>
          <a:endParaRPr lang="en-IN"/>
        </a:p>
      </dgm:t>
    </dgm:pt>
    <dgm:pt modelId="{4742785B-87EF-4A42-AEE1-1A1B2D293CC1}" type="sibTrans" cxnId="{9DBC41EB-0ADE-42DD-A422-BD7A56CA0C93}">
      <dgm:prSet/>
      <dgm:spPr/>
      <dgm:t>
        <a:bodyPr/>
        <a:lstStyle/>
        <a:p>
          <a:endParaRPr lang="en-IN"/>
        </a:p>
      </dgm:t>
    </dgm:pt>
    <dgm:pt modelId="{949E6CFE-A356-4748-B7E1-790BDC599622}">
      <dgm:prSet/>
      <dgm:spPr/>
      <dgm:t>
        <a:bodyPr/>
        <a:lstStyle/>
        <a:p>
          <a:r>
            <a:rPr lang="en-US" i="1" dirty="0">
              <a:solidFill>
                <a:schemeClr val="tx1"/>
              </a:solidFill>
            </a:rPr>
            <a:t>The Pandemic Erased Two Decades of Progress in Math and Reading (Published 2022)</a:t>
          </a:r>
          <a:r>
            <a:rPr lang="en-US" dirty="0">
              <a:solidFill>
                <a:schemeClr val="tx1"/>
              </a:solidFill>
            </a:rPr>
            <a:t>, www.nytimes.com/2022/09/01/us/national-test-scores-math-reading-pandemic.html.</a:t>
          </a:r>
          <a:endParaRPr lang="en-IN" dirty="0">
            <a:solidFill>
              <a:schemeClr val="tx1"/>
            </a:solidFill>
          </a:endParaRPr>
        </a:p>
      </dgm:t>
    </dgm:pt>
    <dgm:pt modelId="{A6BCBF4C-40B3-445C-A623-56509FB7A157}" type="parTrans" cxnId="{2EACFF43-7B15-451F-A585-CCE83C637352}">
      <dgm:prSet/>
      <dgm:spPr/>
      <dgm:t>
        <a:bodyPr/>
        <a:lstStyle/>
        <a:p>
          <a:endParaRPr lang="en-IN"/>
        </a:p>
      </dgm:t>
    </dgm:pt>
    <dgm:pt modelId="{4FFC4BB6-68A0-4A4E-BC21-0A581E3D2E01}" type="sibTrans" cxnId="{2EACFF43-7B15-451F-A585-CCE83C637352}">
      <dgm:prSet/>
      <dgm:spPr/>
      <dgm:t>
        <a:bodyPr/>
        <a:lstStyle/>
        <a:p>
          <a:endParaRPr lang="en-IN"/>
        </a:p>
      </dgm:t>
    </dgm:pt>
    <dgm:pt modelId="{F587E735-DB27-463A-A43A-E7F11E8F40A6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Sha, Peng, and Xiaoyu Dong. “Research on Adolescents Regarding the Indirect Effect of Depression, Anxiety, and Stress between TikTok Use Disorder and Memory Loss.” </a:t>
          </a:r>
          <a:r>
            <a:rPr lang="en-US" i="1" dirty="0">
              <a:solidFill>
                <a:schemeClr val="tx1"/>
              </a:solidFill>
            </a:rPr>
            <a:t>MDPI</a:t>
          </a:r>
          <a:r>
            <a:rPr lang="en-US" dirty="0">
              <a:solidFill>
                <a:schemeClr val="tx1"/>
              </a:solidFill>
            </a:rPr>
            <a:t>, Multidisciplinary Digital Publishing Institute, 21 Aug. 2021, www.mdpi.com/166t0-4601/18/16/8820.</a:t>
          </a:r>
          <a:endParaRPr lang="en-IN" dirty="0">
            <a:solidFill>
              <a:schemeClr val="tx1"/>
            </a:solidFill>
          </a:endParaRPr>
        </a:p>
      </dgm:t>
    </dgm:pt>
    <dgm:pt modelId="{F4A720F4-70CB-4C0C-AAC8-CB094FCA86F8}" type="parTrans" cxnId="{F28821C7-8FDA-4A99-85DF-F13C0B5FD2AF}">
      <dgm:prSet/>
      <dgm:spPr/>
      <dgm:t>
        <a:bodyPr/>
        <a:lstStyle/>
        <a:p>
          <a:endParaRPr lang="en-IN"/>
        </a:p>
      </dgm:t>
    </dgm:pt>
    <dgm:pt modelId="{F3CEAA13-CF86-4065-AEE7-D3D480FFEA99}" type="sibTrans" cxnId="{F28821C7-8FDA-4A99-85DF-F13C0B5FD2AF}">
      <dgm:prSet/>
      <dgm:spPr/>
      <dgm:t>
        <a:bodyPr/>
        <a:lstStyle/>
        <a:p>
          <a:endParaRPr lang="en-IN"/>
        </a:p>
      </dgm:t>
    </dgm:pt>
    <dgm:pt modelId="{21EF2DFF-BB37-4B0C-8F7A-8EBB1E823494}" type="pres">
      <dgm:prSet presAssocID="{52421DF8-43F8-4C20-A804-8114FAA99273}" presName="linear" presStyleCnt="0">
        <dgm:presLayoutVars>
          <dgm:animLvl val="lvl"/>
          <dgm:resizeHandles val="exact"/>
        </dgm:presLayoutVars>
      </dgm:prSet>
      <dgm:spPr/>
    </dgm:pt>
    <dgm:pt modelId="{27FFA8BE-AF0E-43CF-87F8-10989C8BE70D}" type="pres">
      <dgm:prSet presAssocID="{8E99E377-EF83-4A82-813A-EDDBA1770DE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F6576D5-B4FE-40FE-A3D3-ADE298BF3E49}" type="pres">
      <dgm:prSet presAssocID="{A4E8BE7F-5580-41DD-A3E3-05EF6F224E55}" presName="spacer" presStyleCnt="0"/>
      <dgm:spPr/>
    </dgm:pt>
    <dgm:pt modelId="{4312425B-DC1D-4E85-B4CA-193DF2956FE4}" type="pres">
      <dgm:prSet presAssocID="{C89A3F48-7CC7-436F-A4EA-686E2A2AEF6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9A3ADDF-0E10-48D1-8B05-94DB7FBDF793}" type="pres">
      <dgm:prSet presAssocID="{A8B89B12-BAB3-4E37-8DE3-2004439AC08F}" presName="spacer" presStyleCnt="0"/>
      <dgm:spPr/>
    </dgm:pt>
    <dgm:pt modelId="{D5A5F06D-5342-4A2E-ADBC-F77A0D3ADBFD}" type="pres">
      <dgm:prSet presAssocID="{51AB5F83-5C72-4B29-A6E7-C72D92A9CFE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98B9B89-C40C-4D1A-AE1A-1DD0F4CFF187}" type="pres">
      <dgm:prSet presAssocID="{0D0A03B7-04C0-4D99-B8C9-282596EB3C6C}" presName="spacer" presStyleCnt="0"/>
      <dgm:spPr/>
    </dgm:pt>
    <dgm:pt modelId="{7648DA24-C0B0-4B16-8E3C-83E232C2D998}" type="pres">
      <dgm:prSet presAssocID="{F3ABCC7C-CC2C-4500-ACE1-1ED954064BB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47A9867-D066-4A5F-BD6D-C1534F8592CF}" type="pres">
      <dgm:prSet presAssocID="{4742785B-87EF-4A42-AEE1-1A1B2D293CC1}" presName="spacer" presStyleCnt="0"/>
      <dgm:spPr/>
    </dgm:pt>
    <dgm:pt modelId="{9A2F8375-8407-41CA-9B13-F43B9ABF1BFB}" type="pres">
      <dgm:prSet presAssocID="{949E6CFE-A356-4748-B7E1-790BDC59962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31B3251-326C-4283-8345-0E5B751047EC}" type="pres">
      <dgm:prSet presAssocID="{4FFC4BB6-68A0-4A4E-BC21-0A581E3D2E01}" presName="spacer" presStyleCnt="0"/>
      <dgm:spPr/>
    </dgm:pt>
    <dgm:pt modelId="{727E35E9-B4A6-4ED5-A760-CC49EB8909D4}" type="pres">
      <dgm:prSet presAssocID="{F587E735-DB27-463A-A43A-E7F11E8F40A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3AAA11A-4243-4464-BEBB-0BDA09E22A60}" type="presOf" srcId="{8E99E377-EF83-4A82-813A-EDDBA1770DEC}" destId="{27FFA8BE-AF0E-43CF-87F8-10989C8BE70D}" srcOrd="0" destOrd="0" presId="urn:microsoft.com/office/officeart/2005/8/layout/vList2"/>
    <dgm:cxn modelId="{40676625-BB08-44C6-BFC0-BFB2FDE26096}" type="presOf" srcId="{C89A3F48-7CC7-436F-A4EA-686E2A2AEF6F}" destId="{4312425B-DC1D-4E85-B4CA-193DF2956FE4}" srcOrd="0" destOrd="0" presId="urn:microsoft.com/office/officeart/2005/8/layout/vList2"/>
    <dgm:cxn modelId="{2EACFF43-7B15-451F-A585-CCE83C637352}" srcId="{52421DF8-43F8-4C20-A804-8114FAA99273}" destId="{949E6CFE-A356-4748-B7E1-790BDC599622}" srcOrd="4" destOrd="0" parTransId="{A6BCBF4C-40B3-445C-A623-56509FB7A157}" sibTransId="{4FFC4BB6-68A0-4A4E-BC21-0A581E3D2E01}"/>
    <dgm:cxn modelId="{B54C364D-0B4E-4679-BCDE-BCF552113C1F}" type="presOf" srcId="{F587E735-DB27-463A-A43A-E7F11E8F40A6}" destId="{727E35E9-B4A6-4ED5-A760-CC49EB8909D4}" srcOrd="0" destOrd="0" presId="urn:microsoft.com/office/officeart/2005/8/layout/vList2"/>
    <dgm:cxn modelId="{ECD3A36F-D28A-468F-9B41-69041E7B374B}" type="presOf" srcId="{52421DF8-43F8-4C20-A804-8114FAA99273}" destId="{21EF2DFF-BB37-4B0C-8F7A-8EBB1E823494}" srcOrd="0" destOrd="0" presId="urn:microsoft.com/office/officeart/2005/8/layout/vList2"/>
    <dgm:cxn modelId="{86E7479A-68F2-4BAA-8093-9347437A0CB4}" srcId="{52421DF8-43F8-4C20-A804-8114FAA99273}" destId="{51AB5F83-5C72-4B29-A6E7-C72D92A9CFEA}" srcOrd="2" destOrd="0" parTransId="{8BD647E4-4BEA-4A2F-BF6A-D9DDFD992B70}" sibTransId="{0D0A03B7-04C0-4D99-B8C9-282596EB3C6C}"/>
    <dgm:cxn modelId="{D98895A4-0AA3-403D-818A-818E479A593D}" srcId="{52421DF8-43F8-4C20-A804-8114FAA99273}" destId="{8E99E377-EF83-4A82-813A-EDDBA1770DEC}" srcOrd="0" destOrd="0" parTransId="{1AC6C21B-FEE5-4A6A-A8B1-3C6D1935A212}" sibTransId="{A4E8BE7F-5580-41DD-A3E3-05EF6F224E55}"/>
    <dgm:cxn modelId="{D64EEFA7-8A76-4461-AF84-C8162ACAC7FE}" type="presOf" srcId="{51AB5F83-5C72-4B29-A6E7-C72D92A9CFEA}" destId="{D5A5F06D-5342-4A2E-ADBC-F77A0D3ADBFD}" srcOrd="0" destOrd="0" presId="urn:microsoft.com/office/officeart/2005/8/layout/vList2"/>
    <dgm:cxn modelId="{550DF2B3-4C0A-4503-BB05-E90E0B7E1092}" type="presOf" srcId="{F3ABCC7C-CC2C-4500-ACE1-1ED954064BB4}" destId="{7648DA24-C0B0-4B16-8E3C-83E232C2D998}" srcOrd="0" destOrd="0" presId="urn:microsoft.com/office/officeart/2005/8/layout/vList2"/>
    <dgm:cxn modelId="{6A911BC7-B750-4F06-8253-3F4FB59FE9A1}" type="presOf" srcId="{949E6CFE-A356-4748-B7E1-790BDC599622}" destId="{9A2F8375-8407-41CA-9B13-F43B9ABF1BFB}" srcOrd="0" destOrd="0" presId="urn:microsoft.com/office/officeart/2005/8/layout/vList2"/>
    <dgm:cxn modelId="{F28821C7-8FDA-4A99-85DF-F13C0B5FD2AF}" srcId="{52421DF8-43F8-4C20-A804-8114FAA99273}" destId="{F587E735-DB27-463A-A43A-E7F11E8F40A6}" srcOrd="5" destOrd="0" parTransId="{F4A720F4-70CB-4C0C-AAC8-CB094FCA86F8}" sibTransId="{F3CEAA13-CF86-4065-AEE7-D3D480FFEA99}"/>
    <dgm:cxn modelId="{0D6C11DB-5EC4-4342-AE1D-F01C9CB85D1D}" srcId="{52421DF8-43F8-4C20-A804-8114FAA99273}" destId="{C89A3F48-7CC7-436F-A4EA-686E2A2AEF6F}" srcOrd="1" destOrd="0" parTransId="{ABA31161-0950-4EB2-8466-90545DE4060E}" sibTransId="{A8B89B12-BAB3-4E37-8DE3-2004439AC08F}"/>
    <dgm:cxn modelId="{9DBC41EB-0ADE-42DD-A422-BD7A56CA0C93}" srcId="{52421DF8-43F8-4C20-A804-8114FAA99273}" destId="{F3ABCC7C-CC2C-4500-ACE1-1ED954064BB4}" srcOrd="3" destOrd="0" parTransId="{9C7D13CC-B295-462A-ADF7-FA0FDBFC4144}" sibTransId="{4742785B-87EF-4A42-AEE1-1A1B2D293CC1}"/>
    <dgm:cxn modelId="{B817DA16-E6D3-4F2F-A1E7-898C3DA4C91A}" type="presParOf" srcId="{21EF2DFF-BB37-4B0C-8F7A-8EBB1E823494}" destId="{27FFA8BE-AF0E-43CF-87F8-10989C8BE70D}" srcOrd="0" destOrd="0" presId="urn:microsoft.com/office/officeart/2005/8/layout/vList2"/>
    <dgm:cxn modelId="{D3CEF9DB-2D3F-4E1A-A2DC-A276691BEBF3}" type="presParOf" srcId="{21EF2DFF-BB37-4B0C-8F7A-8EBB1E823494}" destId="{6F6576D5-B4FE-40FE-A3D3-ADE298BF3E49}" srcOrd="1" destOrd="0" presId="urn:microsoft.com/office/officeart/2005/8/layout/vList2"/>
    <dgm:cxn modelId="{6FE043AB-BD84-493C-8F8F-12F6F6636CC6}" type="presParOf" srcId="{21EF2DFF-BB37-4B0C-8F7A-8EBB1E823494}" destId="{4312425B-DC1D-4E85-B4CA-193DF2956FE4}" srcOrd="2" destOrd="0" presId="urn:microsoft.com/office/officeart/2005/8/layout/vList2"/>
    <dgm:cxn modelId="{66625063-7F32-46BB-B89D-F8E4D1E5A38F}" type="presParOf" srcId="{21EF2DFF-BB37-4B0C-8F7A-8EBB1E823494}" destId="{69A3ADDF-0E10-48D1-8B05-94DB7FBDF793}" srcOrd="3" destOrd="0" presId="urn:microsoft.com/office/officeart/2005/8/layout/vList2"/>
    <dgm:cxn modelId="{11E3CC1A-9AA7-4CFF-A6C1-0F713F1EFF16}" type="presParOf" srcId="{21EF2DFF-BB37-4B0C-8F7A-8EBB1E823494}" destId="{D5A5F06D-5342-4A2E-ADBC-F77A0D3ADBFD}" srcOrd="4" destOrd="0" presId="urn:microsoft.com/office/officeart/2005/8/layout/vList2"/>
    <dgm:cxn modelId="{BB2E54C6-1172-41D7-A454-D9F3CF05D9BC}" type="presParOf" srcId="{21EF2DFF-BB37-4B0C-8F7A-8EBB1E823494}" destId="{898B9B89-C40C-4D1A-AE1A-1DD0F4CFF187}" srcOrd="5" destOrd="0" presId="urn:microsoft.com/office/officeart/2005/8/layout/vList2"/>
    <dgm:cxn modelId="{6F31903E-5F13-445F-B253-FA4F5717D770}" type="presParOf" srcId="{21EF2DFF-BB37-4B0C-8F7A-8EBB1E823494}" destId="{7648DA24-C0B0-4B16-8E3C-83E232C2D998}" srcOrd="6" destOrd="0" presId="urn:microsoft.com/office/officeart/2005/8/layout/vList2"/>
    <dgm:cxn modelId="{BDB2D1A6-5B8F-4F1A-B147-C1157580EEC9}" type="presParOf" srcId="{21EF2DFF-BB37-4B0C-8F7A-8EBB1E823494}" destId="{B47A9867-D066-4A5F-BD6D-C1534F8592CF}" srcOrd="7" destOrd="0" presId="urn:microsoft.com/office/officeart/2005/8/layout/vList2"/>
    <dgm:cxn modelId="{274110C8-2E28-4A6B-85A0-02361DE758AC}" type="presParOf" srcId="{21EF2DFF-BB37-4B0C-8F7A-8EBB1E823494}" destId="{9A2F8375-8407-41CA-9B13-F43B9ABF1BFB}" srcOrd="8" destOrd="0" presId="urn:microsoft.com/office/officeart/2005/8/layout/vList2"/>
    <dgm:cxn modelId="{A9C277F5-6DBF-40EB-87AD-E3600E0AC655}" type="presParOf" srcId="{21EF2DFF-BB37-4B0C-8F7A-8EBB1E823494}" destId="{631B3251-326C-4283-8345-0E5B751047EC}" srcOrd="9" destOrd="0" presId="urn:microsoft.com/office/officeart/2005/8/layout/vList2"/>
    <dgm:cxn modelId="{8BC20677-6AE0-4178-8893-306F1A4D5E0C}" type="presParOf" srcId="{21EF2DFF-BB37-4B0C-8F7A-8EBB1E823494}" destId="{727E35E9-B4A6-4ED5-A760-CC49EB8909D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DC1EA-8A33-454F-9362-9ED95D9D35D5}">
      <dsp:nvSpPr>
        <dsp:cNvPr id="0" name=""/>
        <dsp:cNvSpPr/>
      </dsp:nvSpPr>
      <dsp:spPr>
        <a:xfrm>
          <a:off x="0" y="3569039"/>
          <a:ext cx="10515600" cy="780818"/>
        </a:xfrm>
        <a:prstGeom prst="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Proposed Framework: AI </a:t>
          </a:r>
          <a:r>
            <a:rPr lang="en-IN" sz="2700" kern="1200"/>
            <a:t>Psychosis Model</a:t>
          </a:r>
          <a:endParaRPr lang="en-IN" sz="2700" kern="1200" dirty="0"/>
        </a:p>
      </dsp:txBody>
      <dsp:txXfrm>
        <a:off x="0" y="3569039"/>
        <a:ext cx="10515600" cy="780818"/>
      </dsp:txXfrm>
    </dsp:sp>
    <dsp:sp modelId="{0CE1ADCB-05D6-4D13-9FE2-D6A4B600ADC9}">
      <dsp:nvSpPr>
        <dsp:cNvPr id="0" name=""/>
        <dsp:cNvSpPr/>
      </dsp:nvSpPr>
      <dsp:spPr>
        <a:xfrm rot="10800000">
          <a:off x="0" y="2379853"/>
          <a:ext cx="10515600" cy="1200899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Problem Statement</a:t>
          </a:r>
          <a:endParaRPr lang="en-IN" sz="2700" kern="1200" dirty="0"/>
        </a:p>
      </dsp:txBody>
      <dsp:txXfrm rot="10800000">
        <a:off x="0" y="2379853"/>
        <a:ext cx="10515600" cy="780308"/>
      </dsp:txXfrm>
    </dsp:sp>
    <dsp:sp modelId="{F0099582-C092-4FBF-B301-184E5710748A}">
      <dsp:nvSpPr>
        <dsp:cNvPr id="0" name=""/>
        <dsp:cNvSpPr/>
      </dsp:nvSpPr>
      <dsp:spPr>
        <a:xfrm rot="10800000">
          <a:off x="0" y="1190666"/>
          <a:ext cx="10515600" cy="1200899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Literature Review</a:t>
          </a:r>
          <a:endParaRPr lang="en-IN" sz="2700" kern="1200"/>
        </a:p>
      </dsp:txBody>
      <dsp:txXfrm rot="10800000">
        <a:off x="0" y="1190666"/>
        <a:ext cx="10515600" cy="780308"/>
      </dsp:txXfrm>
    </dsp:sp>
    <dsp:sp modelId="{6A26830A-98B0-4CF4-ACC3-8372A9928B64}">
      <dsp:nvSpPr>
        <dsp:cNvPr id="0" name=""/>
        <dsp:cNvSpPr/>
      </dsp:nvSpPr>
      <dsp:spPr>
        <a:xfrm rot="10800000">
          <a:off x="0" y="1479"/>
          <a:ext cx="10515600" cy="1200899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Introduction</a:t>
          </a:r>
          <a:endParaRPr lang="en-IN" sz="2700" kern="1200" dirty="0"/>
        </a:p>
      </dsp:txBody>
      <dsp:txXfrm rot="10800000">
        <a:off x="0" y="1479"/>
        <a:ext cx="10515600" cy="7803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54723-B5C0-448E-89C2-5C4D21C0F9C7}">
      <dsp:nvSpPr>
        <dsp:cNvPr id="0" name=""/>
        <dsp:cNvSpPr/>
      </dsp:nvSpPr>
      <dsp:spPr>
        <a:xfrm rot="5400000">
          <a:off x="485981" y="1604301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DB3EE-7B03-438F-9289-48315CEDB6FA}">
      <dsp:nvSpPr>
        <dsp:cNvPr id="0" name=""/>
        <dsp:cNvSpPr/>
      </dsp:nvSpPr>
      <dsp:spPr>
        <a:xfrm>
          <a:off x="241663" y="2331981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Generative AI tools are increasingly integrated into daily life.</a:t>
          </a:r>
        </a:p>
      </dsp:txBody>
      <dsp:txXfrm>
        <a:off x="241663" y="2331981"/>
        <a:ext cx="2198753" cy="1927336"/>
      </dsp:txXfrm>
    </dsp:sp>
    <dsp:sp modelId="{577F77B0-DC7B-4A8E-A613-1828042BF7AB}">
      <dsp:nvSpPr>
        <dsp:cNvPr id="0" name=""/>
        <dsp:cNvSpPr/>
      </dsp:nvSpPr>
      <dsp:spPr>
        <a:xfrm>
          <a:off x="2025558" y="1424999"/>
          <a:ext cx="414859" cy="414859"/>
        </a:xfrm>
        <a:prstGeom prst="triangle">
          <a:avLst>
            <a:gd name="adj" fmla="val 100000"/>
          </a:avLst>
        </a:prstGeom>
        <a:solidFill>
          <a:schemeClr val="accent3">
            <a:alpha val="90000"/>
            <a:hueOff val="0"/>
            <a:satOff val="0"/>
            <a:lumOff val="0"/>
            <a:alphaOff val="-6667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EED0D-D207-41E3-975D-B174486F84D3}">
      <dsp:nvSpPr>
        <dsp:cNvPr id="0" name=""/>
        <dsp:cNvSpPr/>
      </dsp:nvSpPr>
      <dsp:spPr>
        <a:xfrm rot="5400000">
          <a:off x="3177686" y="938236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E7D-DF4C-4611-A597-57A0F1D0A048}">
      <dsp:nvSpPr>
        <dsp:cNvPr id="0" name=""/>
        <dsp:cNvSpPr/>
      </dsp:nvSpPr>
      <dsp:spPr>
        <a:xfrm>
          <a:off x="2933368" y="1665916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Over-reliance on AI systems has raised concerns about cognitive offloading.</a:t>
          </a:r>
        </a:p>
      </dsp:txBody>
      <dsp:txXfrm>
        <a:off x="2933368" y="1665916"/>
        <a:ext cx="2198753" cy="1927336"/>
      </dsp:txXfrm>
    </dsp:sp>
    <dsp:sp modelId="{E445E8D2-0764-4D6F-B14D-3BF2F2A568CD}">
      <dsp:nvSpPr>
        <dsp:cNvPr id="0" name=""/>
        <dsp:cNvSpPr/>
      </dsp:nvSpPr>
      <dsp:spPr>
        <a:xfrm>
          <a:off x="4717262" y="758934"/>
          <a:ext cx="414859" cy="414859"/>
        </a:xfrm>
        <a:prstGeom prst="triangle">
          <a:avLst>
            <a:gd name="adj" fmla="val 100000"/>
          </a:avLst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1FC7B-93B1-4317-B645-78A6107B5146}">
      <dsp:nvSpPr>
        <dsp:cNvPr id="0" name=""/>
        <dsp:cNvSpPr/>
      </dsp:nvSpPr>
      <dsp:spPr>
        <a:xfrm rot="5400000">
          <a:off x="5869390" y="272171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3C7FA-69D1-4393-B298-6489F8D96639}">
      <dsp:nvSpPr>
        <dsp:cNvPr id="0" name=""/>
        <dsp:cNvSpPr/>
      </dsp:nvSpPr>
      <dsp:spPr>
        <a:xfrm>
          <a:off x="5625072" y="999851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Certain AI behaviors resemble hallucinations and inconsistent reasoning.</a:t>
          </a:r>
        </a:p>
      </dsp:txBody>
      <dsp:txXfrm>
        <a:off x="5625072" y="999851"/>
        <a:ext cx="2198753" cy="1927336"/>
      </dsp:txXfrm>
    </dsp:sp>
    <dsp:sp modelId="{2C95C6A5-1177-4A21-880B-D19D70BE1842}">
      <dsp:nvSpPr>
        <dsp:cNvPr id="0" name=""/>
        <dsp:cNvSpPr/>
      </dsp:nvSpPr>
      <dsp:spPr>
        <a:xfrm>
          <a:off x="7408967" y="92869"/>
          <a:ext cx="414859" cy="414859"/>
        </a:xfrm>
        <a:prstGeom prst="triangle">
          <a:avLst>
            <a:gd name="adj" fmla="val 100000"/>
          </a:avLst>
        </a:prstGeom>
        <a:solidFill>
          <a:schemeClr val="accent3">
            <a:alpha val="90000"/>
            <a:hueOff val="0"/>
            <a:satOff val="0"/>
            <a:lumOff val="0"/>
            <a:alphaOff val="-33333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8638E-B925-4639-8FB0-09C2F3E1CE3B}">
      <dsp:nvSpPr>
        <dsp:cNvPr id="0" name=""/>
        <dsp:cNvSpPr/>
      </dsp:nvSpPr>
      <dsp:spPr>
        <a:xfrm rot="5400000">
          <a:off x="8561095" y="-393893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E14E8-9788-4381-8A9C-9D0824B53F30}">
      <dsp:nvSpPr>
        <dsp:cNvPr id="0" name=""/>
        <dsp:cNvSpPr/>
      </dsp:nvSpPr>
      <dsp:spPr>
        <a:xfrm>
          <a:off x="8316776" y="333786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Similar patterns are observed in human users.</a:t>
          </a:r>
        </a:p>
      </dsp:txBody>
      <dsp:txXfrm>
        <a:off x="8316776" y="333786"/>
        <a:ext cx="2198753" cy="19273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4FF0E-647F-4F6C-9EAC-0B1F5E4F8A97}">
      <dsp:nvSpPr>
        <dsp:cNvPr id="0" name=""/>
        <dsp:cNvSpPr/>
      </dsp:nvSpPr>
      <dsp:spPr>
        <a:xfrm>
          <a:off x="933598" y="1421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Studies show reduced reading and comprehension skills.</a:t>
          </a:r>
        </a:p>
      </dsp:txBody>
      <dsp:txXfrm>
        <a:off x="1596478" y="1421"/>
        <a:ext cx="1988642" cy="1325760"/>
      </dsp:txXfrm>
    </dsp:sp>
    <dsp:sp modelId="{A423081A-8C91-4E48-AE9E-F3AA9E62E55C}">
      <dsp:nvSpPr>
        <dsp:cNvPr id="0" name=""/>
        <dsp:cNvSpPr/>
      </dsp:nvSpPr>
      <dsp:spPr>
        <a:xfrm>
          <a:off x="933598" y="1512788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Studies show reduced reading and comprehension skills.</a:t>
          </a:r>
        </a:p>
      </dsp:txBody>
      <dsp:txXfrm>
        <a:off x="1596478" y="1512788"/>
        <a:ext cx="1988642" cy="1325760"/>
      </dsp:txXfrm>
    </dsp:sp>
    <dsp:sp modelId="{2DD9F2AD-4F50-4DD5-B94D-5D725C9BA74D}">
      <dsp:nvSpPr>
        <dsp:cNvPr id="0" name=""/>
        <dsp:cNvSpPr/>
      </dsp:nvSpPr>
      <dsp:spPr>
        <a:xfrm>
          <a:off x="933598" y="3024156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Research indicates increased dependency on AI tools.</a:t>
          </a:r>
        </a:p>
      </dsp:txBody>
      <dsp:txXfrm>
        <a:off x="1596478" y="3024156"/>
        <a:ext cx="1988642" cy="1325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57461-7C2D-4355-AC27-C1F1CB8B94D7}">
      <dsp:nvSpPr>
        <dsp:cNvPr id="0" name=""/>
        <dsp:cNvSpPr/>
      </dsp:nvSpPr>
      <dsp:spPr>
        <a:xfrm>
          <a:off x="933598" y="1421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Mader (2025)</a:t>
          </a:r>
        </a:p>
      </dsp:txBody>
      <dsp:txXfrm>
        <a:off x="1596478" y="1421"/>
        <a:ext cx="1988642" cy="1325760"/>
      </dsp:txXfrm>
    </dsp:sp>
    <dsp:sp modelId="{5657982B-28F0-4ABD-9891-A8F190450FBD}">
      <dsp:nvSpPr>
        <dsp:cNvPr id="0" name=""/>
        <dsp:cNvSpPr/>
      </dsp:nvSpPr>
      <dsp:spPr>
        <a:xfrm>
          <a:off x="933598" y="1512788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Mu et al. (2022)</a:t>
          </a:r>
        </a:p>
      </dsp:txBody>
      <dsp:txXfrm>
        <a:off x="1596478" y="1512788"/>
        <a:ext cx="1988642" cy="1325760"/>
      </dsp:txXfrm>
    </dsp:sp>
    <dsp:sp modelId="{F77567B2-60C8-4C34-9A07-12AA7E9BF6A8}">
      <dsp:nvSpPr>
        <dsp:cNvPr id="0" name=""/>
        <dsp:cNvSpPr/>
      </dsp:nvSpPr>
      <dsp:spPr>
        <a:xfrm>
          <a:off x="933598" y="3024156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Sha &amp; Dong (2021)</a:t>
          </a:r>
        </a:p>
      </dsp:txBody>
      <dsp:txXfrm>
        <a:off x="1596478" y="3024156"/>
        <a:ext cx="1988642" cy="1325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6763E-1462-4091-9B0A-88D71F35AEC8}">
      <dsp:nvSpPr>
        <dsp:cNvPr id="0" name=""/>
        <dsp:cNvSpPr/>
      </dsp:nvSpPr>
      <dsp:spPr>
        <a:xfrm>
          <a:off x="4464" y="0"/>
          <a:ext cx="9135070" cy="165576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solidFill>
                <a:schemeClr val="tx1"/>
              </a:solidFill>
            </a:rPr>
            <a:t>Excessive dependence on generative AI systems may negatively impact human cognitive autonomy and emotional regulation.</a:t>
          </a:r>
        </a:p>
      </dsp:txBody>
      <dsp:txXfrm>
        <a:off x="52960" y="48496"/>
        <a:ext cx="9038078" cy="15587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D8AE8-93BB-4B8B-A1DE-CAE8693EB025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Reliance on AI for basic thinking tasks</a:t>
          </a:r>
          <a:endParaRPr lang="en-IN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Reduced independent reasoning</a:t>
          </a:r>
          <a:endParaRPr lang="en-IN" sz="2800" kern="1200" dirty="0"/>
        </a:p>
      </dsp:txBody>
      <dsp:txXfrm rot="-5400000">
        <a:off x="3785616" y="197117"/>
        <a:ext cx="6675221" cy="1012303"/>
      </dsp:txXfrm>
    </dsp:sp>
    <dsp:sp modelId="{F3BD8250-6D65-484E-BA5B-583CB9CF087E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 dirty="0">
              <a:solidFill>
                <a:schemeClr val="tx1"/>
              </a:solidFill>
            </a:rPr>
            <a:t>Level 1 – Cognitive Offloading</a:t>
          </a:r>
          <a:endParaRPr lang="en-IN" sz="2900" kern="1200" dirty="0">
            <a:solidFill>
              <a:schemeClr val="tx1"/>
            </a:solidFill>
          </a:endParaRPr>
        </a:p>
      </dsp:txBody>
      <dsp:txXfrm>
        <a:off x="68454" y="70578"/>
        <a:ext cx="3648708" cy="1265378"/>
      </dsp:txXfrm>
    </dsp:sp>
    <dsp:sp modelId="{065B87A1-273F-46F3-BA44-0C4ACCF95142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Frequent use of AI for decision-making</a:t>
          </a:r>
          <a:endParaRPr lang="en-IN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Difficulty functioning without AI assistance</a:t>
          </a:r>
          <a:endParaRPr lang="en-IN" sz="2800" kern="1200" dirty="0"/>
        </a:p>
      </dsp:txBody>
      <dsp:txXfrm rot="-5400000">
        <a:off x="3785616" y="1669517"/>
        <a:ext cx="6675221" cy="1012303"/>
      </dsp:txXfrm>
    </dsp:sp>
    <dsp:sp modelId="{6A3566EE-BD00-48EC-B985-924CCFE8A8EB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 dirty="0">
              <a:solidFill>
                <a:schemeClr val="tx1"/>
              </a:solidFill>
            </a:rPr>
            <a:t>Level 2 – Dependency Formation</a:t>
          </a:r>
          <a:endParaRPr lang="en-IN" sz="2900" kern="1200" dirty="0">
            <a:solidFill>
              <a:schemeClr val="tx1"/>
            </a:solidFill>
          </a:endParaRPr>
        </a:p>
      </dsp:txBody>
      <dsp:txXfrm>
        <a:off x="68454" y="1542979"/>
        <a:ext cx="3648708" cy="1265378"/>
      </dsp:txXfrm>
    </dsp:sp>
    <dsp:sp modelId="{11706692-25A9-4859-90B9-07C8E8CECEB0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Emotional attachment to AI systems</a:t>
          </a:r>
          <a:endParaRPr lang="en-IN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Acceptance of incorrect AI outputs as valid</a:t>
          </a:r>
          <a:endParaRPr lang="en-IN" sz="2800" kern="1200" dirty="0"/>
        </a:p>
      </dsp:txBody>
      <dsp:txXfrm rot="-5400000">
        <a:off x="3785616" y="3141918"/>
        <a:ext cx="6675221" cy="1012303"/>
      </dsp:txXfrm>
    </dsp:sp>
    <dsp:sp modelId="{720E2161-E32A-4898-8EEC-B1EC3A8EBBC7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 dirty="0">
              <a:solidFill>
                <a:schemeClr val="tx1"/>
              </a:solidFill>
            </a:rPr>
            <a:t>Level 3 – Behavioural Distortion</a:t>
          </a:r>
          <a:endParaRPr lang="en-IN" sz="2900" kern="1200" dirty="0">
            <a:solidFill>
              <a:schemeClr val="tx1"/>
            </a:solidFill>
          </a:endParaRPr>
        </a:p>
      </dsp:txBody>
      <dsp:txXfrm>
        <a:off x="68454" y="3015380"/>
        <a:ext cx="3648708" cy="12653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FA8BE-AF0E-43CF-87F8-10989C8BE70D}">
      <dsp:nvSpPr>
        <dsp:cNvPr id="0" name=""/>
        <dsp:cNvSpPr/>
      </dsp:nvSpPr>
      <dsp:spPr>
        <a:xfrm>
          <a:off x="0" y="121896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Mader, Jackie. “‘The Reading Year’: First Grade Is Critical for Reading Skills, but Kids Coming from Disrupted Kindergarten Experiences Are Way Behind.” </a:t>
          </a:r>
          <a:r>
            <a:rPr lang="en-US" sz="1500" i="1" kern="1200" dirty="0">
              <a:solidFill>
                <a:schemeClr val="tx1"/>
              </a:solidFill>
            </a:rPr>
            <a:t>The Hechinger Report</a:t>
          </a:r>
          <a:r>
            <a:rPr lang="en-US" sz="1500" kern="1200" dirty="0">
              <a:solidFill>
                <a:schemeClr val="tx1"/>
              </a:solidFill>
            </a:rPr>
            <a:t>, 16 Apr. 2025, hechingerreport.org/the-reading-year-first-grade-is-critical-for-reading-skills-but-kids-coming-from-disrupted-kindergarten-experiences-are-way-behind/.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162162"/>
        <a:ext cx="10435068" cy="744318"/>
      </dsp:txXfrm>
    </dsp:sp>
    <dsp:sp modelId="{4312425B-DC1D-4E85-B4CA-193DF2956FE4}">
      <dsp:nvSpPr>
        <dsp:cNvPr id="0" name=""/>
        <dsp:cNvSpPr/>
      </dsp:nvSpPr>
      <dsp:spPr>
        <a:xfrm>
          <a:off x="0" y="989946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“Microsoft Attention Spans Research Report.” </a:t>
          </a:r>
          <a:r>
            <a:rPr lang="en-US" sz="1500" i="1" kern="1200" dirty="0">
              <a:solidFill>
                <a:schemeClr val="tx1"/>
              </a:solidFill>
            </a:rPr>
            <a:t>Scribd</a:t>
          </a:r>
          <a:r>
            <a:rPr lang="en-US" sz="1500" kern="1200" dirty="0">
              <a:solidFill>
                <a:schemeClr val="tx1"/>
              </a:solidFill>
            </a:rPr>
            <a:t>, Scribd, www.scribd.com/document/265348695/Microsoft-Attention-Spans-Research-Report.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1030212"/>
        <a:ext cx="10435068" cy="744318"/>
      </dsp:txXfrm>
    </dsp:sp>
    <dsp:sp modelId="{D5A5F06D-5342-4A2E-ADBC-F77A0D3ADBFD}">
      <dsp:nvSpPr>
        <dsp:cNvPr id="0" name=""/>
        <dsp:cNvSpPr/>
      </dsp:nvSpPr>
      <dsp:spPr>
        <a:xfrm>
          <a:off x="0" y="1857996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Mu, </a:t>
          </a:r>
          <a:r>
            <a:rPr lang="en-US" sz="1500" kern="1200" dirty="0" err="1">
              <a:solidFill>
                <a:schemeClr val="tx1"/>
              </a:solidFill>
            </a:rPr>
            <a:t>Honglei</a:t>
          </a:r>
          <a:r>
            <a:rPr lang="en-US" sz="1500" kern="1200" dirty="0">
              <a:solidFill>
                <a:schemeClr val="tx1"/>
              </a:solidFill>
            </a:rPr>
            <a:t>, et al. “Drivers and Consequences of Short-Form Video (SFV) Addiction amongst Adolescents in China: Stress-Coping Theory Perspective.” </a:t>
          </a:r>
          <a:r>
            <a:rPr lang="en-US" sz="1500" i="1" kern="1200" dirty="0">
              <a:solidFill>
                <a:schemeClr val="tx1"/>
              </a:solidFill>
            </a:rPr>
            <a:t>MDPI</a:t>
          </a:r>
          <a:r>
            <a:rPr lang="en-US" sz="1500" kern="1200" dirty="0">
              <a:solidFill>
                <a:schemeClr val="tx1"/>
              </a:solidFill>
            </a:rPr>
            <a:t>, Multidisciplinary Digital Publishing Institute, 29 Oct. 2022, www.mdpi.com/1660-4601/19/21/14173.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1898262"/>
        <a:ext cx="10435068" cy="744318"/>
      </dsp:txXfrm>
    </dsp:sp>
    <dsp:sp modelId="{7648DA24-C0B0-4B16-8E3C-83E232C2D998}">
      <dsp:nvSpPr>
        <dsp:cNvPr id="0" name=""/>
        <dsp:cNvSpPr/>
      </dsp:nvSpPr>
      <dsp:spPr>
        <a:xfrm>
          <a:off x="0" y="2726047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“NAEP Report Card: Reading.” </a:t>
          </a:r>
          <a:r>
            <a:rPr lang="en-US" sz="1500" i="1" kern="1200" dirty="0">
              <a:solidFill>
                <a:schemeClr val="tx1"/>
              </a:solidFill>
            </a:rPr>
            <a:t>The Nation’s Report Card</a:t>
          </a:r>
          <a:r>
            <a:rPr lang="en-US" sz="1500" kern="1200" dirty="0">
              <a:solidFill>
                <a:schemeClr val="tx1"/>
              </a:solidFill>
            </a:rPr>
            <a:t>, www.nationsreportcard.gov/reports/reading/2024/g4_8/?grade=4.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2766313"/>
        <a:ext cx="10435068" cy="744318"/>
      </dsp:txXfrm>
    </dsp:sp>
    <dsp:sp modelId="{9A2F8375-8407-41CA-9B13-F43B9ABF1BFB}">
      <dsp:nvSpPr>
        <dsp:cNvPr id="0" name=""/>
        <dsp:cNvSpPr/>
      </dsp:nvSpPr>
      <dsp:spPr>
        <a:xfrm>
          <a:off x="0" y="3594097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>
              <a:solidFill>
                <a:schemeClr val="tx1"/>
              </a:solidFill>
            </a:rPr>
            <a:t>The Pandemic Erased Two Decades of Progress in Math and Reading (Published 2022)</a:t>
          </a:r>
          <a:r>
            <a:rPr lang="en-US" sz="1500" kern="1200" dirty="0">
              <a:solidFill>
                <a:schemeClr val="tx1"/>
              </a:solidFill>
            </a:rPr>
            <a:t>, www.nytimes.com/2022/09/01/us/national-test-scores-math-reading-pandemic.html.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3634363"/>
        <a:ext cx="10435068" cy="744318"/>
      </dsp:txXfrm>
    </dsp:sp>
    <dsp:sp modelId="{727E35E9-B4A6-4ED5-A760-CC49EB8909D4}">
      <dsp:nvSpPr>
        <dsp:cNvPr id="0" name=""/>
        <dsp:cNvSpPr/>
      </dsp:nvSpPr>
      <dsp:spPr>
        <a:xfrm>
          <a:off x="0" y="4462147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Sha, Peng, and Xiaoyu Dong. “Research on Adolescents Regarding the Indirect Effect of Depression, Anxiety, and Stress between TikTok Use Disorder and Memory Loss.” </a:t>
          </a:r>
          <a:r>
            <a:rPr lang="en-US" sz="1500" i="1" kern="1200" dirty="0">
              <a:solidFill>
                <a:schemeClr val="tx1"/>
              </a:solidFill>
            </a:rPr>
            <a:t>MDPI</a:t>
          </a:r>
          <a:r>
            <a:rPr lang="en-US" sz="1500" kern="1200" dirty="0">
              <a:solidFill>
                <a:schemeClr val="tx1"/>
              </a:solidFill>
            </a:rPr>
            <a:t>, Multidisciplinary Digital Publishing Institute, 21 Aug. 2021, www.mdpi.com/166t0-4601/18/16/8820.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4502413"/>
        <a:ext cx="10435068" cy="744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931-3EF9-C9F4-3DDD-1E5C335D0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9E5A5-38C9-B6F8-4E03-99C00F613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3E75-5D40-FCF6-4201-73E6ADB0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CC00B-679F-5107-72C4-53D9E997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8D02-23E3-C1C2-507C-91E92C17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4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511E-4EA4-DDA1-5128-62E424E8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DDBB-5EF9-5BBA-C0B2-CEBAE689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69F9-7924-E8F8-2BA3-4E53C28B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256F-85E4-CF4E-73EC-5F1E4170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366A9-72DB-933F-4A35-C65E71EF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6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BF8E-53B5-4FC1-A3CC-23DC732C3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33576-33DC-61D2-456D-AB00B7B86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E1A84-3AB5-904C-71B7-6352E21D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4FF14-EF9D-A3E8-8E34-B140389F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7DBC1-5FCA-D3D6-743F-536AB5E9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9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FF7B-87E3-B3EE-3C18-2399712A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D22BA-E998-5BD7-A38F-E83BC596C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6D889-B3ED-0EC4-CDD5-8BBE185C3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1029F-742F-D5D6-30AC-FF497D9D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D4B80-EF41-5E9C-DA27-1D6EC0BB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96FCC-0B7F-6589-E03A-19CE1AA2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3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9382-DEE0-9303-3C46-4EF3F00B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0303-ABAB-6E95-010A-B81C0351A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E8788-0CA4-B46A-FD35-25FF6CD6D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2B91E-ECE8-D7E5-B17A-0A95FA8EC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4720-A451-F46F-8A54-7099EC416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75836-ECD7-D5D7-2752-F394D2C0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84F53-61FB-D9D9-453C-D39EFCDE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372EF-3D0D-4E0A-925A-FA5284B5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1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2A57-4602-7760-92ED-6E35EE93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0D16F-B801-74CF-30B3-2844521CD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F84AC-3712-DD72-DA7B-0096C1B8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7456-72EF-1ED6-6690-27C7D410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7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354F6-6C5D-C185-EA53-871DC5D6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8D347-9D56-4ABC-A52E-C4525400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63D3D-C3EF-81B9-1332-188B7974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8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6604-BC8F-B0C7-43C7-DD15CD22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8A19-A9F7-A6B4-10C7-6D7EB6843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89DC8-04E2-D01F-B458-BE4A4F02F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8A565-8B1C-FE3F-FF8F-15355CC4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88A54-42C8-FADC-2036-ADC1A20E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EE3DC-A5E1-BB39-FF37-DD491D27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33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9E2C-E63B-D11E-0FEA-37D5FF55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3BD40-F21E-EA3B-1AC5-DB85B848E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CF821-4911-DF0A-6A3A-74AF90F45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D3349-81CE-967E-B0B4-56F3AC2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41838-607E-E637-2F70-F9936152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A67A5-A169-E56F-1D77-CF277018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61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CA5-B43C-903B-7923-B54022E0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99C01-7CFD-49EA-A946-C2B074BF8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30228-69D1-5A54-2F8A-A9B064D7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317F-F530-E1C3-34D3-D77474D6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A488-B262-4226-5801-91D6F243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53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D844A-E755-C0ED-4586-32AFB4CAA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31532-DF40-B59F-0402-F1B00309B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67D4-DE8B-515E-709E-D4E12AB9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BC27C-5490-2E36-8A33-115DB08C0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9F54-9485-95AA-1ED4-77CA9013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80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0B0F"/>
            </a:gs>
            <a:gs pos="23000">
              <a:srgbClr val="B11226">
                <a:alpha val="98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1F310-43ED-0BBC-BB7E-3575CF8B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01B9-7700-91B5-7054-58214C77C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55C4A-AC5A-F657-C669-1A32A3ACE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0858D-B1E5-44FE-9D24-B5BF2B1BDB2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E4BE-81E5-63B3-C781-24BC6F878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B74C-BF5E-5DDA-7DEF-458C0F4B0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00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3E41-FBF6-6058-1B01-1F2BEE078F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dirty="0">
                <a:solidFill>
                  <a:srgbClr val="EDEDED"/>
                </a:solidFill>
                <a:latin typeface="Eras Medium ITC" panose="020B0602030504020804" pitchFamily="34" charset="0"/>
              </a:rPr>
              <a:t>AI PSYCHOSIS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4208B-511B-47E4-D224-046ABFA9E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An Analytical Study of Cognitive and Behavioral Deviation caused by Generative AI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723BE-0766-45C7-86DC-E6C969E83B88}"/>
              </a:ext>
            </a:extLst>
          </p:cNvPr>
          <p:cNvSpPr txBox="1"/>
          <p:nvPr/>
        </p:nvSpPr>
        <p:spPr>
          <a:xfrm>
            <a:off x="107576" y="5349875"/>
            <a:ext cx="3756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by:</a:t>
            </a:r>
          </a:p>
          <a:p>
            <a:r>
              <a:rPr lang="en-US" dirty="0"/>
              <a:t>Rishi Bhardwaj</a:t>
            </a:r>
          </a:p>
          <a:p>
            <a:r>
              <a:rPr lang="en-US" dirty="0"/>
              <a:t>2427030397 (Second Year)</a:t>
            </a:r>
          </a:p>
          <a:p>
            <a:r>
              <a:rPr lang="en-IN" dirty="0"/>
              <a:t>Dept. of CSE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4C60F-EB69-FA51-B1B9-9894724AE450}"/>
              </a:ext>
            </a:extLst>
          </p:cNvPr>
          <p:cNvSpPr txBox="1"/>
          <p:nvPr/>
        </p:nvSpPr>
        <p:spPr>
          <a:xfrm>
            <a:off x="8328212" y="5284694"/>
            <a:ext cx="3756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Guided by:</a:t>
            </a:r>
          </a:p>
          <a:p>
            <a:r>
              <a:rPr lang="en-US" dirty="0"/>
              <a:t>Dr. Jay Prakash Singh</a:t>
            </a:r>
          </a:p>
          <a:p>
            <a:r>
              <a:rPr lang="en-IN" dirty="0"/>
              <a:t>Assistant Professor (Senior Scale)</a:t>
            </a:r>
          </a:p>
          <a:p>
            <a:r>
              <a:rPr lang="en-IN" dirty="0"/>
              <a:t>Dept. of CSE</a:t>
            </a:r>
          </a:p>
        </p:txBody>
      </p:sp>
    </p:spTree>
    <p:extLst>
      <p:ext uri="{BB962C8B-B14F-4D97-AF65-F5344CB8AC3E}">
        <p14:creationId xmlns:p14="http://schemas.microsoft.com/office/powerpoint/2010/main" val="3748340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2F2B-54EE-D59D-EEBB-882A0284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Outline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F7EE5B-CCA0-74A1-DA79-345246254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0340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42593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1629-8434-F48E-FF8E-3D2DEEDA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Introduction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CAE90F-7373-4459-88F5-8A2DFBA3C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3062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94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C82D-5957-3624-0EFF-D6C599C5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Literature Review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43EECE-8991-0ED9-E7AD-436EB00BFB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5390751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D20EBB7-BC4B-44C6-224E-D05CAC8818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742673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225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BE24-61CF-113F-3FA4-EF1FF4329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Problem Statement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087B69B-71A0-1D1C-4971-B42DCE289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1242752"/>
              </p:ext>
            </p:extLst>
          </p:nvPr>
        </p:nvGraphicFramePr>
        <p:xfrm>
          <a:off x="1524000" y="2778125"/>
          <a:ext cx="9144000" cy="165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98087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88C8-D84F-C474-3480-3F5D7770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5E186-3AA5-3CF9-68BE-6882BD53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AI Psychosis Model (Conceptual Framework)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942E569-3CC5-DB66-00F3-19733E9063B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013371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1770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4EF1-676F-F5BC-D2D8-4CC86B8D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References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EAB7D0-65B1-3C61-8FF4-42F2E5FE4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993693"/>
              </p:ext>
            </p:extLst>
          </p:nvPr>
        </p:nvGraphicFramePr>
        <p:xfrm>
          <a:off x="838200" y="1350495"/>
          <a:ext cx="10515600" cy="5408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85763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438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Eras Medium ITC</vt:lpstr>
      <vt:lpstr>Office Theme</vt:lpstr>
      <vt:lpstr>AI PSYCHOSIS</vt:lpstr>
      <vt:lpstr>Outline</vt:lpstr>
      <vt:lpstr>Introduction</vt:lpstr>
      <vt:lpstr>Literature Review</vt:lpstr>
      <vt:lpstr>Problem Statement</vt:lpstr>
      <vt:lpstr>AI Psychosis Model (Conceptual Framework)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Bhardwaj</dc:creator>
  <cp:lastModifiedBy>Rishi Bhardwaj</cp:lastModifiedBy>
  <cp:revision>22</cp:revision>
  <dcterms:created xsi:type="dcterms:W3CDTF">2026-02-18T12:31:21Z</dcterms:created>
  <dcterms:modified xsi:type="dcterms:W3CDTF">2026-04-13T01:54:27Z</dcterms:modified>
</cp:coreProperties>
</file>