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74" r:id="rId5"/>
    <p:sldId id="275" r:id="rId6"/>
    <p:sldId id="265" r:id="rId7"/>
    <p:sldId id="270" r:id="rId8"/>
    <p:sldId id="271" r:id="rId9"/>
    <p:sldId id="27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EDED"/>
    <a:srgbClr val="B11226"/>
    <a:srgbClr val="0B0B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5">
  <dgm:title val=""/>
  <dgm:desc val=""/>
  <dgm:catLst>
    <dgm:cat type="accent3" pri="11500"/>
  </dgm:catLst>
  <dgm:styleLbl name="node0">
    <dgm:fillClrLst meth="cycle">
      <a:schemeClr val="accent3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>
        <a:alpha val="9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>
        <a:alpha val="90000"/>
      </a:schemeClr>
      <a:schemeClr val="accent3">
        <a:alpha val="5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/>
    <dgm:txEffectClrLst/>
  </dgm:styleLbl>
  <dgm:styleLbl name="lnNode1">
    <dgm:fillClrLst>
      <a:schemeClr val="accent3">
        <a:shade val="90000"/>
      </a:schemeClr>
      <a:schemeClr val="accent3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shade val="80000"/>
        <a:alpha val="50000"/>
      </a:schemeClr>
      <a:schemeClr val="accent3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  <a:alpha val="90000"/>
      </a:schemeClr>
      <a:schemeClr val="accent3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fg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bg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sibTrans1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alpha val="90000"/>
        <a:tint val="40000"/>
      </a:schemeClr>
      <a:schemeClr val="accent3">
        <a:alpha val="5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3_5">
  <dgm:title val=""/>
  <dgm:desc val=""/>
  <dgm:catLst>
    <dgm:cat type="accent3" pri="11500"/>
  </dgm:catLst>
  <dgm:styleLbl name="node0">
    <dgm:fillClrLst meth="cycle">
      <a:schemeClr val="accent3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>
        <a:alpha val="9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>
        <a:alpha val="90000"/>
      </a:schemeClr>
      <a:schemeClr val="accent3">
        <a:alpha val="5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/>
    <dgm:txEffectClrLst/>
  </dgm:styleLbl>
  <dgm:styleLbl name="lnNode1">
    <dgm:fillClrLst>
      <a:schemeClr val="accent3">
        <a:shade val="90000"/>
      </a:schemeClr>
      <a:schemeClr val="accent3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shade val="80000"/>
        <a:alpha val="50000"/>
      </a:schemeClr>
      <a:schemeClr val="accent3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  <a:alpha val="90000"/>
      </a:schemeClr>
      <a:schemeClr val="accent3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fg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bg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sibTrans1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alpha val="90000"/>
        <a:tint val="40000"/>
      </a:schemeClr>
      <a:schemeClr val="accent3">
        <a:alpha val="5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3_5">
  <dgm:title val=""/>
  <dgm:desc val=""/>
  <dgm:catLst>
    <dgm:cat type="accent3" pri="11500"/>
  </dgm:catLst>
  <dgm:styleLbl name="node0">
    <dgm:fillClrLst meth="cycle">
      <a:schemeClr val="accent3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>
        <a:alpha val="9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>
        <a:alpha val="90000"/>
      </a:schemeClr>
      <a:schemeClr val="accent3">
        <a:alpha val="5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/>
    <dgm:txEffectClrLst/>
  </dgm:styleLbl>
  <dgm:styleLbl name="lnNode1">
    <dgm:fillClrLst>
      <a:schemeClr val="accent3">
        <a:shade val="90000"/>
      </a:schemeClr>
      <a:schemeClr val="accent3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shade val="80000"/>
        <a:alpha val="50000"/>
      </a:schemeClr>
      <a:schemeClr val="accent3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  <a:alpha val="90000"/>
      </a:schemeClr>
      <a:schemeClr val="accent3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fg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bg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sibTrans1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alpha val="90000"/>
        <a:tint val="40000"/>
      </a:schemeClr>
      <a:schemeClr val="accent3">
        <a:alpha val="5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3_5">
  <dgm:title val=""/>
  <dgm:desc val=""/>
  <dgm:catLst>
    <dgm:cat type="accent3" pri="11500"/>
  </dgm:catLst>
  <dgm:styleLbl name="node0">
    <dgm:fillClrLst meth="cycle">
      <a:schemeClr val="accent3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>
        <a:alpha val="9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>
        <a:alpha val="90000"/>
      </a:schemeClr>
      <a:schemeClr val="accent3">
        <a:alpha val="5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/>
    <dgm:txEffectClrLst/>
  </dgm:styleLbl>
  <dgm:styleLbl name="lnNode1">
    <dgm:fillClrLst>
      <a:schemeClr val="accent3">
        <a:shade val="90000"/>
      </a:schemeClr>
      <a:schemeClr val="accent3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shade val="80000"/>
        <a:alpha val="50000"/>
      </a:schemeClr>
      <a:schemeClr val="accent3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  <a:alpha val="90000"/>
      </a:schemeClr>
      <a:schemeClr val="accent3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fg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bg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sibTrans1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alpha val="90000"/>
        <a:tint val="40000"/>
      </a:schemeClr>
      <a:schemeClr val="accent3">
        <a:alpha val="5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3_5">
  <dgm:title val=""/>
  <dgm:desc val=""/>
  <dgm:catLst>
    <dgm:cat type="accent3" pri="11500"/>
  </dgm:catLst>
  <dgm:styleLbl name="node0">
    <dgm:fillClrLst meth="cycle">
      <a:schemeClr val="accent3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>
        <a:alpha val="9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>
        <a:alpha val="90000"/>
      </a:schemeClr>
      <a:schemeClr val="accent3">
        <a:alpha val="5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/>
    <dgm:txEffectClrLst/>
  </dgm:styleLbl>
  <dgm:styleLbl name="lnNode1">
    <dgm:fillClrLst>
      <a:schemeClr val="accent3">
        <a:shade val="90000"/>
      </a:schemeClr>
      <a:schemeClr val="accent3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shade val="80000"/>
        <a:alpha val="50000"/>
      </a:schemeClr>
      <a:schemeClr val="accent3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  <a:alpha val="90000"/>
      </a:schemeClr>
      <a:schemeClr val="accent3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fg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bg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sibTrans1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alpha val="90000"/>
        <a:tint val="40000"/>
      </a:schemeClr>
      <a:schemeClr val="accent3">
        <a:alpha val="5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3_5">
  <dgm:title val=""/>
  <dgm:desc val=""/>
  <dgm:catLst>
    <dgm:cat type="accent3" pri="11500"/>
  </dgm:catLst>
  <dgm:styleLbl name="node0">
    <dgm:fillClrLst meth="cycle">
      <a:schemeClr val="accent3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>
        <a:alpha val="9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>
        <a:alpha val="90000"/>
      </a:schemeClr>
      <a:schemeClr val="accent3">
        <a:alpha val="5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/>
    <dgm:txEffectClrLst/>
  </dgm:styleLbl>
  <dgm:styleLbl name="lnNode1">
    <dgm:fillClrLst>
      <a:schemeClr val="accent3">
        <a:shade val="90000"/>
      </a:schemeClr>
      <a:schemeClr val="accent3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shade val="80000"/>
        <a:alpha val="50000"/>
      </a:schemeClr>
      <a:schemeClr val="accent3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  <a:alpha val="90000"/>
      </a:schemeClr>
      <a:schemeClr val="accent3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fg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bg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sibTrans1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alpha val="90000"/>
        <a:tint val="40000"/>
      </a:schemeClr>
      <a:schemeClr val="accent3">
        <a:alpha val="5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3_5">
  <dgm:title val=""/>
  <dgm:desc val=""/>
  <dgm:catLst>
    <dgm:cat type="accent3" pri="11500"/>
  </dgm:catLst>
  <dgm:styleLbl name="node0">
    <dgm:fillClrLst meth="cycle">
      <a:schemeClr val="accent3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>
        <a:alpha val="9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>
        <a:alpha val="90000"/>
      </a:schemeClr>
      <a:schemeClr val="accent3">
        <a:alpha val="5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/>
    <dgm:txEffectClrLst/>
  </dgm:styleLbl>
  <dgm:styleLbl name="lnNode1">
    <dgm:fillClrLst>
      <a:schemeClr val="accent3">
        <a:shade val="90000"/>
      </a:schemeClr>
      <a:schemeClr val="accent3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shade val="80000"/>
        <a:alpha val="50000"/>
      </a:schemeClr>
      <a:schemeClr val="accent3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  <a:alpha val="90000"/>
      </a:schemeClr>
      <a:schemeClr val="accent3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fg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bg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sibTrans1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alpha val="90000"/>
        <a:tint val="40000"/>
      </a:schemeClr>
      <a:schemeClr val="accent3">
        <a:alpha val="5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E4E9210-E92A-4750-8683-0B1B0FABE70B}" type="doc">
      <dgm:prSet loTypeId="urn:microsoft.com/office/officeart/2005/8/layout/process4" loCatId="list" qsTypeId="urn:microsoft.com/office/officeart/2005/8/quickstyle/3d3" qsCatId="3D" csTypeId="urn:microsoft.com/office/officeart/2005/8/colors/accent3_5" csCatId="accent3" phldr="1"/>
      <dgm:spPr/>
      <dgm:t>
        <a:bodyPr/>
        <a:lstStyle/>
        <a:p>
          <a:endParaRPr lang="en-IN"/>
        </a:p>
      </dgm:t>
    </dgm:pt>
    <dgm:pt modelId="{3B413103-B985-4CE9-A0A7-A252E1D6060B}">
      <dgm:prSet/>
      <dgm:spPr/>
      <dgm:t>
        <a:bodyPr/>
        <a:lstStyle/>
        <a:p>
          <a:r>
            <a:rPr lang="en-US"/>
            <a:t>Introduction</a:t>
          </a:r>
          <a:endParaRPr lang="en-IN" dirty="0"/>
        </a:p>
      </dgm:t>
    </dgm:pt>
    <dgm:pt modelId="{8C788ACA-CAA4-4F25-A394-6468594B97B3}" type="parTrans" cxnId="{58CCD703-E8A6-4F77-BD84-194C037C0A1B}">
      <dgm:prSet/>
      <dgm:spPr/>
      <dgm:t>
        <a:bodyPr/>
        <a:lstStyle/>
        <a:p>
          <a:endParaRPr lang="en-IN"/>
        </a:p>
      </dgm:t>
    </dgm:pt>
    <dgm:pt modelId="{7D05DDCC-851B-4CD4-B979-EB5BFF021B4D}" type="sibTrans" cxnId="{58CCD703-E8A6-4F77-BD84-194C037C0A1B}">
      <dgm:prSet/>
      <dgm:spPr/>
      <dgm:t>
        <a:bodyPr/>
        <a:lstStyle/>
        <a:p>
          <a:endParaRPr lang="en-IN"/>
        </a:p>
      </dgm:t>
    </dgm:pt>
    <dgm:pt modelId="{8E8704D5-C24B-473A-AB02-B0B1E3D888A0}">
      <dgm:prSet/>
      <dgm:spPr/>
      <dgm:t>
        <a:bodyPr/>
        <a:lstStyle/>
        <a:p>
          <a:r>
            <a:rPr lang="en-US"/>
            <a:t>Problem Statement</a:t>
          </a:r>
          <a:endParaRPr lang="en-IN"/>
        </a:p>
      </dgm:t>
    </dgm:pt>
    <dgm:pt modelId="{FCD13412-D2A0-409B-80A8-06249E2A95FD}" type="parTrans" cxnId="{CB9A0E03-BA26-4D16-91C5-4CEB98A28554}">
      <dgm:prSet/>
      <dgm:spPr/>
      <dgm:t>
        <a:bodyPr/>
        <a:lstStyle/>
        <a:p>
          <a:endParaRPr lang="en-IN"/>
        </a:p>
      </dgm:t>
    </dgm:pt>
    <dgm:pt modelId="{A8A27B11-DAD9-4A02-9571-464F015668A4}" type="sibTrans" cxnId="{CB9A0E03-BA26-4D16-91C5-4CEB98A28554}">
      <dgm:prSet/>
      <dgm:spPr/>
      <dgm:t>
        <a:bodyPr/>
        <a:lstStyle/>
        <a:p>
          <a:endParaRPr lang="en-IN"/>
        </a:p>
      </dgm:t>
    </dgm:pt>
    <dgm:pt modelId="{ABAE929E-80FF-495F-9703-59F36E21E4CC}">
      <dgm:prSet/>
      <dgm:spPr/>
      <dgm:t>
        <a:bodyPr/>
        <a:lstStyle/>
        <a:p>
          <a:r>
            <a:rPr lang="en-IN" u="sng" dirty="0">
              <a:solidFill>
                <a:srgbClr val="EDEDED"/>
              </a:solidFill>
              <a:latin typeface="Eras Medium ITC" panose="020B0602030504020804" pitchFamily="34" charset="0"/>
            </a:rPr>
            <a:t>AI Psychosis Model (Conceptual Framework)</a:t>
          </a:r>
          <a:endParaRPr lang="en-IN" dirty="0"/>
        </a:p>
      </dgm:t>
    </dgm:pt>
    <dgm:pt modelId="{CBF00544-9688-4BED-984D-08DED0E3704A}" type="parTrans" cxnId="{9D89B093-8F94-444A-A003-CDFEB358F189}">
      <dgm:prSet/>
      <dgm:spPr/>
      <dgm:t>
        <a:bodyPr/>
        <a:lstStyle/>
        <a:p>
          <a:endParaRPr lang="en-IN"/>
        </a:p>
      </dgm:t>
    </dgm:pt>
    <dgm:pt modelId="{371D52FC-2EC0-439D-96FA-DA75DD20FB35}" type="sibTrans" cxnId="{9D89B093-8F94-444A-A003-CDFEB358F189}">
      <dgm:prSet/>
      <dgm:spPr/>
      <dgm:t>
        <a:bodyPr/>
        <a:lstStyle/>
        <a:p>
          <a:endParaRPr lang="en-IN"/>
        </a:p>
      </dgm:t>
    </dgm:pt>
    <dgm:pt modelId="{486A1E04-BB43-4E47-A700-5BA88586B2A3}">
      <dgm:prSet/>
      <dgm:spPr/>
      <dgm:t>
        <a:bodyPr/>
        <a:lstStyle/>
        <a:p>
          <a:r>
            <a:rPr lang="en-US"/>
            <a:t>Objectives</a:t>
          </a:r>
          <a:endParaRPr lang="en-IN"/>
        </a:p>
      </dgm:t>
    </dgm:pt>
    <dgm:pt modelId="{EEBF9E96-1351-4379-9813-51441084049B}" type="parTrans" cxnId="{542764C8-9256-4492-B55B-8A7A2AF8D156}">
      <dgm:prSet/>
      <dgm:spPr/>
      <dgm:t>
        <a:bodyPr/>
        <a:lstStyle/>
        <a:p>
          <a:endParaRPr lang="en-IN"/>
        </a:p>
      </dgm:t>
    </dgm:pt>
    <dgm:pt modelId="{5B09638F-1C73-4F9C-83B3-0A5B7C1C6284}" type="sibTrans" cxnId="{542764C8-9256-4492-B55B-8A7A2AF8D156}">
      <dgm:prSet/>
      <dgm:spPr/>
      <dgm:t>
        <a:bodyPr/>
        <a:lstStyle/>
        <a:p>
          <a:endParaRPr lang="en-IN"/>
        </a:p>
      </dgm:t>
    </dgm:pt>
    <dgm:pt modelId="{789BE3F9-039D-4C65-AFC6-7ED176121791}">
      <dgm:prSet/>
      <dgm:spPr/>
      <dgm:t>
        <a:bodyPr/>
        <a:lstStyle/>
        <a:p>
          <a:r>
            <a:rPr lang="en-US" dirty="0"/>
            <a:t>Results</a:t>
          </a:r>
          <a:endParaRPr lang="en-IN" dirty="0"/>
        </a:p>
      </dgm:t>
    </dgm:pt>
    <dgm:pt modelId="{CD88225D-05A9-4A3B-9AB5-707D51081691}" type="parTrans" cxnId="{5E057A54-3FA5-4BE9-B628-050EF172933C}">
      <dgm:prSet/>
      <dgm:spPr/>
      <dgm:t>
        <a:bodyPr/>
        <a:lstStyle/>
        <a:p>
          <a:endParaRPr lang="en-IN"/>
        </a:p>
      </dgm:t>
    </dgm:pt>
    <dgm:pt modelId="{FE1C16EC-3D39-4733-90B2-DCF1AA9FC069}" type="sibTrans" cxnId="{5E057A54-3FA5-4BE9-B628-050EF172933C}">
      <dgm:prSet/>
      <dgm:spPr/>
      <dgm:t>
        <a:bodyPr/>
        <a:lstStyle/>
        <a:p>
          <a:endParaRPr lang="en-IN"/>
        </a:p>
      </dgm:t>
    </dgm:pt>
    <dgm:pt modelId="{76EBC8A1-F4CB-45AA-BF41-261694CCD009}" type="pres">
      <dgm:prSet presAssocID="{1E4E9210-E92A-4750-8683-0B1B0FABE70B}" presName="Name0" presStyleCnt="0">
        <dgm:presLayoutVars>
          <dgm:dir/>
          <dgm:animLvl val="lvl"/>
          <dgm:resizeHandles val="exact"/>
        </dgm:presLayoutVars>
      </dgm:prSet>
      <dgm:spPr/>
    </dgm:pt>
    <dgm:pt modelId="{25B266EC-1E08-4EF8-B098-CF8995AD6A29}" type="pres">
      <dgm:prSet presAssocID="{789BE3F9-039D-4C65-AFC6-7ED176121791}" presName="boxAndChildren" presStyleCnt="0"/>
      <dgm:spPr/>
    </dgm:pt>
    <dgm:pt modelId="{30765F2E-6330-4950-B253-FF4C57DBF2B4}" type="pres">
      <dgm:prSet presAssocID="{789BE3F9-039D-4C65-AFC6-7ED176121791}" presName="parentTextBox" presStyleLbl="node1" presStyleIdx="0" presStyleCnt="5"/>
      <dgm:spPr/>
    </dgm:pt>
    <dgm:pt modelId="{F23FB010-C0F7-47C3-820A-7E611014DE9B}" type="pres">
      <dgm:prSet presAssocID="{5B09638F-1C73-4F9C-83B3-0A5B7C1C6284}" presName="sp" presStyleCnt="0"/>
      <dgm:spPr/>
    </dgm:pt>
    <dgm:pt modelId="{E07D14C6-B49A-4A02-8C83-8E82A56324B0}" type="pres">
      <dgm:prSet presAssocID="{486A1E04-BB43-4E47-A700-5BA88586B2A3}" presName="arrowAndChildren" presStyleCnt="0"/>
      <dgm:spPr/>
    </dgm:pt>
    <dgm:pt modelId="{18FCF7B4-6017-476A-827E-EAED1A9BBC22}" type="pres">
      <dgm:prSet presAssocID="{486A1E04-BB43-4E47-A700-5BA88586B2A3}" presName="parentTextArrow" presStyleLbl="node1" presStyleIdx="1" presStyleCnt="5"/>
      <dgm:spPr/>
    </dgm:pt>
    <dgm:pt modelId="{F6B26D14-3191-400F-ADB2-88729DEBDAB0}" type="pres">
      <dgm:prSet presAssocID="{371D52FC-2EC0-439D-96FA-DA75DD20FB35}" presName="sp" presStyleCnt="0"/>
      <dgm:spPr/>
    </dgm:pt>
    <dgm:pt modelId="{BCBCFB15-0C5C-4836-ACDA-9565F3DF688F}" type="pres">
      <dgm:prSet presAssocID="{ABAE929E-80FF-495F-9703-59F36E21E4CC}" presName="arrowAndChildren" presStyleCnt="0"/>
      <dgm:spPr/>
    </dgm:pt>
    <dgm:pt modelId="{96DACF59-88D0-428E-9DCF-1C14D0C7483D}" type="pres">
      <dgm:prSet presAssocID="{ABAE929E-80FF-495F-9703-59F36E21E4CC}" presName="parentTextArrow" presStyleLbl="node1" presStyleIdx="2" presStyleCnt="5"/>
      <dgm:spPr/>
    </dgm:pt>
    <dgm:pt modelId="{5CF29F71-73E5-4840-B419-3C5C7952953D}" type="pres">
      <dgm:prSet presAssocID="{A8A27B11-DAD9-4A02-9571-464F015668A4}" presName="sp" presStyleCnt="0"/>
      <dgm:spPr/>
    </dgm:pt>
    <dgm:pt modelId="{E4A6CF42-C584-42FB-8695-E14293FA53FC}" type="pres">
      <dgm:prSet presAssocID="{8E8704D5-C24B-473A-AB02-B0B1E3D888A0}" presName="arrowAndChildren" presStyleCnt="0"/>
      <dgm:spPr/>
    </dgm:pt>
    <dgm:pt modelId="{0CE1ADCB-05D6-4D13-9FE2-D6A4B600ADC9}" type="pres">
      <dgm:prSet presAssocID="{8E8704D5-C24B-473A-AB02-B0B1E3D888A0}" presName="parentTextArrow" presStyleLbl="node1" presStyleIdx="3" presStyleCnt="5"/>
      <dgm:spPr/>
    </dgm:pt>
    <dgm:pt modelId="{273C7BFB-DF20-4B19-9384-3BB4FE837737}" type="pres">
      <dgm:prSet presAssocID="{7D05DDCC-851B-4CD4-B979-EB5BFF021B4D}" presName="sp" presStyleCnt="0"/>
      <dgm:spPr/>
    </dgm:pt>
    <dgm:pt modelId="{75BCB421-8D7D-497C-A399-21EC1C6C17DC}" type="pres">
      <dgm:prSet presAssocID="{3B413103-B985-4CE9-A0A7-A252E1D6060B}" presName="arrowAndChildren" presStyleCnt="0"/>
      <dgm:spPr/>
    </dgm:pt>
    <dgm:pt modelId="{6A26830A-98B0-4CF4-ACC3-8372A9928B64}" type="pres">
      <dgm:prSet presAssocID="{3B413103-B985-4CE9-A0A7-A252E1D6060B}" presName="parentTextArrow" presStyleLbl="node1" presStyleIdx="4" presStyleCnt="5"/>
      <dgm:spPr/>
    </dgm:pt>
  </dgm:ptLst>
  <dgm:cxnLst>
    <dgm:cxn modelId="{CB9A0E03-BA26-4D16-91C5-4CEB98A28554}" srcId="{1E4E9210-E92A-4750-8683-0B1B0FABE70B}" destId="{8E8704D5-C24B-473A-AB02-B0B1E3D888A0}" srcOrd="1" destOrd="0" parTransId="{FCD13412-D2A0-409B-80A8-06249E2A95FD}" sibTransId="{A8A27B11-DAD9-4A02-9571-464F015668A4}"/>
    <dgm:cxn modelId="{58CCD703-E8A6-4F77-BD84-194C037C0A1B}" srcId="{1E4E9210-E92A-4750-8683-0B1B0FABE70B}" destId="{3B413103-B985-4CE9-A0A7-A252E1D6060B}" srcOrd="0" destOrd="0" parTransId="{8C788ACA-CAA4-4F25-A394-6468594B97B3}" sibTransId="{7D05DDCC-851B-4CD4-B979-EB5BFF021B4D}"/>
    <dgm:cxn modelId="{F450E03D-B4D0-4B5F-A3F9-AFD2D7EED5B7}" type="presOf" srcId="{1E4E9210-E92A-4750-8683-0B1B0FABE70B}" destId="{76EBC8A1-F4CB-45AA-BF41-261694CCD009}" srcOrd="0" destOrd="0" presId="urn:microsoft.com/office/officeart/2005/8/layout/process4"/>
    <dgm:cxn modelId="{FEED2252-C479-4359-BB6F-EE5CBC1E2332}" type="presOf" srcId="{3B413103-B985-4CE9-A0A7-A252E1D6060B}" destId="{6A26830A-98B0-4CF4-ACC3-8372A9928B64}" srcOrd="0" destOrd="0" presId="urn:microsoft.com/office/officeart/2005/8/layout/process4"/>
    <dgm:cxn modelId="{5E057A54-3FA5-4BE9-B628-050EF172933C}" srcId="{1E4E9210-E92A-4750-8683-0B1B0FABE70B}" destId="{789BE3F9-039D-4C65-AFC6-7ED176121791}" srcOrd="4" destOrd="0" parTransId="{CD88225D-05A9-4A3B-9AB5-707D51081691}" sibTransId="{FE1C16EC-3D39-4733-90B2-DCF1AA9FC069}"/>
    <dgm:cxn modelId="{5D10DA92-DF00-4F0A-BCF9-ED1F0B6FAA53}" type="presOf" srcId="{789BE3F9-039D-4C65-AFC6-7ED176121791}" destId="{30765F2E-6330-4950-B253-FF4C57DBF2B4}" srcOrd="0" destOrd="0" presId="urn:microsoft.com/office/officeart/2005/8/layout/process4"/>
    <dgm:cxn modelId="{9D89B093-8F94-444A-A003-CDFEB358F189}" srcId="{1E4E9210-E92A-4750-8683-0B1B0FABE70B}" destId="{ABAE929E-80FF-495F-9703-59F36E21E4CC}" srcOrd="2" destOrd="0" parTransId="{CBF00544-9688-4BED-984D-08DED0E3704A}" sibTransId="{371D52FC-2EC0-439D-96FA-DA75DD20FB35}"/>
    <dgm:cxn modelId="{542764C8-9256-4492-B55B-8A7A2AF8D156}" srcId="{1E4E9210-E92A-4750-8683-0B1B0FABE70B}" destId="{486A1E04-BB43-4E47-A700-5BA88586B2A3}" srcOrd="3" destOrd="0" parTransId="{EEBF9E96-1351-4379-9813-51441084049B}" sibTransId="{5B09638F-1C73-4F9C-83B3-0A5B7C1C6284}"/>
    <dgm:cxn modelId="{C7B874CD-1BC5-47E5-9993-75E1175E7F4C}" type="presOf" srcId="{486A1E04-BB43-4E47-A700-5BA88586B2A3}" destId="{18FCF7B4-6017-476A-827E-EAED1A9BBC22}" srcOrd="0" destOrd="0" presId="urn:microsoft.com/office/officeart/2005/8/layout/process4"/>
    <dgm:cxn modelId="{3D8CDDCE-647B-4A37-B7FE-AA435E56C148}" type="presOf" srcId="{ABAE929E-80FF-495F-9703-59F36E21E4CC}" destId="{96DACF59-88D0-428E-9DCF-1C14D0C7483D}" srcOrd="0" destOrd="0" presId="urn:microsoft.com/office/officeart/2005/8/layout/process4"/>
    <dgm:cxn modelId="{E75E2DDF-1B9D-4282-B2C0-9EF4DB2D320A}" type="presOf" srcId="{8E8704D5-C24B-473A-AB02-B0B1E3D888A0}" destId="{0CE1ADCB-05D6-4D13-9FE2-D6A4B600ADC9}" srcOrd="0" destOrd="0" presId="urn:microsoft.com/office/officeart/2005/8/layout/process4"/>
    <dgm:cxn modelId="{7A56F7F9-5920-478A-A998-CF77378BD4FF}" type="presParOf" srcId="{76EBC8A1-F4CB-45AA-BF41-261694CCD009}" destId="{25B266EC-1E08-4EF8-B098-CF8995AD6A29}" srcOrd="0" destOrd="0" presId="urn:microsoft.com/office/officeart/2005/8/layout/process4"/>
    <dgm:cxn modelId="{24029C0A-D473-45AD-836D-60A5228424FA}" type="presParOf" srcId="{25B266EC-1E08-4EF8-B098-CF8995AD6A29}" destId="{30765F2E-6330-4950-B253-FF4C57DBF2B4}" srcOrd="0" destOrd="0" presId="urn:microsoft.com/office/officeart/2005/8/layout/process4"/>
    <dgm:cxn modelId="{5B5F1697-2B22-4FEE-8209-BB4AA5C48C30}" type="presParOf" srcId="{76EBC8A1-F4CB-45AA-BF41-261694CCD009}" destId="{F23FB010-C0F7-47C3-820A-7E611014DE9B}" srcOrd="1" destOrd="0" presId="urn:microsoft.com/office/officeart/2005/8/layout/process4"/>
    <dgm:cxn modelId="{D930A92B-E3D3-41AD-979B-23158544E64D}" type="presParOf" srcId="{76EBC8A1-F4CB-45AA-BF41-261694CCD009}" destId="{E07D14C6-B49A-4A02-8C83-8E82A56324B0}" srcOrd="2" destOrd="0" presId="urn:microsoft.com/office/officeart/2005/8/layout/process4"/>
    <dgm:cxn modelId="{4D271C48-D56E-4C07-8D11-B0B7CE07D2FE}" type="presParOf" srcId="{E07D14C6-B49A-4A02-8C83-8E82A56324B0}" destId="{18FCF7B4-6017-476A-827E-EAED1A9BBC22}" srcOrd="0" destOrd="0" presId="urn:microsoft.com/office/officeart/2005/8/layout/process4"/>
    <dgm:cxn modelId="{7B147AB6-1B1A-497F-B01F-F67116A7054A}" type="presParOf" srcId="{76EBC8A1-F4CB-45AA-BF41-261694CCD009}" destId="{F6B26D14-3191-400F-ADB2-88729DEBDAB0}" srcOrd="3" destOrd="0" presId="urn:microsoft.com/office/officeart/2005/8/layout/process4"/>
    <dgm:cxn modelId="{C37B1C1D-7018-4D05-BD64-0473A9AB7F8C}" type="presParOf" srcId="{76EBC8A1-F4CB-45AA-BF41-261694CCD009}" destId="{BCBCFB15-0C5C-4836-ACDA-9565F3DF688F}" srcOrd="4" destOrd="0" presId="urn:microsoft.com/office/officeart/2005/8/layout/process4"/>
    <dgm:cxn modelId="{13D6F389-724D-415C-B34D-A3E08A049224}" type="presParOf" srcId="{BCBCFB15-0C5C-4836-ACDA-9565F3DF688F}" destId="{96DACF59-88D0-428E-9DCF-1C14D0C7483D}" srcOrd="0" destOrd="0" presId="urn:microsoft.com/office/officeart/2005/8/layout/process4"/>
    <dgm:cxn modelId="{C00C1F5D-1E99-427D-A89F-8511E2C1AD7E}" type="presParOf" srcId="{76EBC8A1-F4CB-45AA-BF41-261694CCD009}" destId="{5CF29F71-73E5-4840-B419-3C5C7952953D}" srcOrd="5" destOrd="0" presId="urn:microsoft.com/office/officeart/2005/8/layout/process4"/>
    <dgm:cxn modelId="{17F02BE3-0FA6-454A-8382-E27E35FF0814}" type="presParOf" srcId="{76EBC8A1-F4CB-45AA-BF41-261694CCD009}" destId="{E4A6CF42-C584-42FB-8695-E14293FA53FC}" srcOrd="6" destOrd="0" presId="urn:microsoft.com/office/officeart/2005/8/layout/process4"/>
    <dgm:cxn modelId="{6BE7F937-B895-465A-AAC8-5A8D0B5A18B5}" type="presParOf" srcId="{E4A6CF42-C584-42FB-8695-E14293FA53FC}" destId="{0CE1ADCB-05D6-4D13-9FE2-D6A4B600ADC9}" srcOrd="0" destOrd="0" presId="urn:microsoft.com/office/officeart/2005/8/layout/process4"/>
    <dgm:cxn modelId="{EBCF2011-BB55-48E2-BDC4-E88FEE8867AB}" type="presParOf" srcId="{76EBC8A1-F4CB-45AA-BF41-261694CCD009}" destId="{273C7BFB-DF20-4B19-9384-3BB4FE837737}" srcOrd="7" destOrd="0" presId="urn:microsoft.com/office/officeart/2005/8/layout/process4"/>
    <dgm:cxn modelId="{153687B5-2725-4C3A-9DE8-C97629E27058}" type="presParOf" srcId="{76EBC8A1-F4CB-45AA-BF41-261694CCD009}" destId="{75BCB421-8D7D-497C-A399-21EC1C6C17DC}" srcOrd="8" destOrd="0" presId="urn:microsoft.com/office/officeart/2005/8/layout/process4"/>
    <dgm:cxn modelId="{B6C77063-6A9E-41B2-8CCB-948DF3C9C4FB}" type="presParOf" srcId="{75BCB421-8D7D-497C-A399-21EC1C6C17DC}" destId="{6A26830A-98B0-4CF4-ACC3-8372A9928B64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4A2E9A-659C-476C-A273-03EF165C31EE}" type="doc">
      <dgm:prSet loTypeId="urn:microsoft.com/office/officeart/2009/3/layout/StepUpProcess" loCatId="process" qsTypeId="urn:microsoft.com/office/officeart/2005/8/quickstyle/3d4" qsCatId="3D" csTypeId="urn:microsoft.com/office/officeart/2005/8/colors/accent3_5" csCatId="accent3"/>
      <dgm:spPr/>
      <dgm:t>
        <a:bodyPr/>
        <a:lstStyle/>
        <a:p>
          <a:endParaRPr lang="en-IN"/>
        </a:p>
      </dgm:t>
    </dgm:pt>
    <dgm:pt modelId="{51858A2C-691D-4408-B0DF-46BA9EF20793}">
      <dgm:prSet/>
      <dgm:spPr/>
      <dgm:t>
        <a:bodyPr/>
        <a:lstStyle/>
        <a:p>
          <a:r>
            <a:rPr lang="en-IN"/>
            <a:t>Generative AI tools are increasingly integrated into daily life.</a:t>
          </a:r>
        </a:p>
      </dgm:t>
    </dgm:pt>
    <dgm:pt modelId="{6C36EF90-61DC-421F-A077-701EBB4E78E6}" type="parTrans" cxnId="{6C9FDF21-F49B-4142-AD29-241E3C0A2742}">
      <dgm:prSet/>
      <dgm:spPr/>
      <dgm:t>
        <a:bodyPr/>
        <a:lstStyle/>
        <a:p>
          <a:endParaRPr lang="en-IN"/>
        </a:p>
      </dgm:t>
    </dgm:pt>
    <dgm:pt modelId="{0DCDB26A-F8FD-4084-8624-3CA2C28DBE99}" type="sibTrans" cxnId="{6C9FDF21-F49B-4142-AD29-241E3C0A2742}">
      <dgm:prSet/>
      <dgm:spPr/>
      <dgm:t>
        <a:bodyPr/>
        <a:lstStyle/>
        <a:p>
          <a:endParaRPr lang="en-IN"/>
        </a:p>
      </dgm:t>
    </dgm:pt>
    <dgm:pt modelId="{D81C932C-51A2-432C-921A-70FC4AA19C90}">
      <dgm:prSet/>
      <dgm:spPr/>
      <dgm:t>
        <a:bodyPr/>
        <a:lstStyle/>
        <a:p>
          <a:r>
            <a:rPr lang="en-IN"/>
            <a:t>Over-reliance on AI systems has raised concerns about cognitive offloading.</a:t>
          </a:r>
        </a:p>
      </dgm:t>
    </dgm:pt>
    <dgm:pt modelId="{4DEC1ED6-3AD3-4DC9-B2A9-5AE5C37C9B86}" type="parTrans" cxnId="{428796C1-9A57-4B16-B359-6D8E870353DD}">
      <dgm:prSet/>
      <dgm:spPr/>
      <dgm:t>
        <a:bodyPr/>
        <a:lstStyle/>
        <a:p>
          <a:endParaRPr lang="en-IN"/>
        </a:p>
      </dgm:t>
    </dgm:pt>
    <dgm:pt modelId="{F8BEBD00-0D08-4D7B-990D-58A05E2F2B47}" type="sibTrans" cxnId="{428796C1-9A57-4B16-B359-6D8E870353DD}">
      <dgm:prSet/>
      <dgm:spPr/>
      <dgm:t>
        <a:bodyPr/>
        <a:lstStyle/>
        <a:p>
          <a:endParaRPr lang="en-IN"/>
        </a:p>
      </dgm:t>
    </dgm:pt>
    <dgm:pt modelId="{73FE18D8-8269-40AF-87E0-AF661EDC1B9C}">
      <dgm:prSet/>
      <dgm:spPr/>
      <dgm:t>
        <a:bodyPr/>
        <a:lstStyle/>
        <a:p>
          <a:r>
            <a:rPr lang="en-IN"/>
            <a:t>Certain AI behaviors resemble hallucinations and inconsistent reasoning.</a:t>
          </a:r>
        </a:p>
      </dgm:t>
    </dgm:pt>
    <dgm:pt modelId="{4B13CB69-F55C-40A6-9E4E-D7FDA359BC0F}" type="parTrans" cxnId="{884BCEB1-BA8B-4CF3-958A-4BA4BED8E728}">
      <dgm:prSet/>
      <dgm:spPr/>
      <dgm:t>
        <a:bodyPr/>
        <a:lstStyle/>
        <a:p>
          <a:endParaRPr lang="en-IN"/>
        </a:p>
      </dgm:t>
    </dgm:pt>
    <dgm:pt modelId="{CB28A227-27B0-4004-AF38-C596C6D2C09E}" type="sibTrans" cxnId="{884BCEB1-BA8B-4CF3-958A-4BA4BED8E728}">
      <dgm:prSet/>
      <dgm:spPr/>
      <dgm:t>
        <a:bodyPr/>
        <a:lstStyle/>
        <a:p>
          <a:endParaRPr lang="en-IN"/>
        </a:p>
      </dgm:t>
    </dgm:pt>
    <dgm:pt modelId="{9B6A6BE1-7BE9-40B7-89D3-568960BA6306}">
      <dgm:prSet/>
      <dgm:spPr/>
      <dgm:t>
        <a:bodyPr/>
        <a:lstStyle/>
        <a:p>
          <a:r>
            <a:rPr lang="en-IN"/>
            <a:t>Similar patterns are observed in human users.</a:t>
          </a:r>
        </a:p>
      </dgm:t>
    </dgm:pt>
    <dgm:pt modelId="{57794B5C-39A6-4822-A30B-1B6F7561547A}" type="parTrans" cxnId="{0B12B610-8CA9-4087-AEC5-DF84AD8550A3}">
      <dgm:prSet/>
      <dgm:spPr/>
      <dgm:t>
        <a:bodyPr/>
        <a:lstStyle/>
        <a:p>
          <a:endParaRPr lang="en-IN"/>
        </a:p>
      </dgm:t>
    </dgm:pt>
    <dgm:pt modelId="{BB44DD3C-73A2-431C-A208-D319AC3EC2D0}" type="sibTrans" cxnId="{0B12B610-8CA9-4087-AEC5-DF84AD8550A3}">
      <dgm:prSet/>
      <dgm:spPr/>
      <dgm:t>
        <a:bodyPr/>
        <a:lstStyle/>
        <a:p>
          <a:endParaRPr lang="en-IN"/>
        </a:p>
      </dgm:t>
    </dgm:pt>
    <dgm:pt modelId="{2AB166A8-CD78-4ABD-ADC4-3A17734C7B2F}" type="pres">
      <dgm:prSet presAssocID="{AA4A2E9A-659C-476C-A273-03EF165C31EE}" presName="rootnode" presStyleCnt="0">
        <dgm:presLayoutVars>
          <dgm:chMax/>
          <dgm:chPref/>
          <dgm:dir/>
          <dgm:animLvl val="lvl"/>
        </dgm:presLayoutVars>
      </dgm:prSet>
      <dgm:spPr/>
    </dgm:pt>
    <dgm:pt modelId="{AB2DC923-880E-4391-85D7-80311AC88ADA}" type="pres">
      <dgm:prSet presAssocID="{51858A2C-691D-4408-B0DF-46BA9EF20793}" presName="composite" presStyleCnt="0"/>
      <dgm:spPr/>
    </dgm:pt>
    <dgm:pt modelId="{56F54723-B5C0-448E-89C2-5C4D21C0F9C7}" type="pres">
      <dgm:prSet presAssocID="{51858A2C-691D-4408-B0DF-46BA9EF20793}" presName="LShape" presStyleLbl="alignNode1" presStyleIdx="0" presStyleCnt="7"/>
      <dgm:spPr/>
    </dgm:pt>
    <dgm:pt modelId="{266DB3EE-7B03-438F-9289-48315CEDB6FA}" type="pres">
      <dgm:prSet presAssocID="{51858A2C-691D-4408-B0DF-46BA9EF20793}" presName="ParentText" presStyleLbl="revTx" presStyleIdx="0" presStyleCnt="4">
        <dgm:presLayoutVars>
          <dgm:chMax val="0"/>
          <dgm:chPref val="0"/>
          <dgm:bulletEnabled val="1"/>
        </dgm:presLayoutVars>
      </dgm:prSet>
      <dgm:spPr/>
    </dgm:pt>
    <dgm:pt modelId="{577F77B0-DC7B-4A8E-A613-1828042BF7AB}" type="pres">
      <dgm:prSet presAssocID="{51858A2C-691D-4408-B0DF-46BA9EF20793}" presName="Triangle" presStyleLbl="alignNode1" presStyleIdx="1" presStyleCnt="7"/>
      <dgm:spPr/>
    </dgm:pt>
    <dgm:pt modelId="{42A28CF6-EB64-4C5D-B6E8-44036AF6539D}" type="pres">
      <dgm:prSet presAssocID="{0DCDB26A-F8FD-4084-8624-3CA2C28DBE99}" presName="sibTrans" presStyleCnt="0"/>
      <dgm:spPr/>
    </dgm:pt>
    <dgm:pt modelId="{D6454D0A-9CDB-4CFF-B96D-28F321E2A97D}" type="pres">
      <dgm:prSet presAssocID="{0DCDB26A-F8FD-4084-8624-3CA2C28DBE99}" presName="space" presStyleCnt="0"/>
      <dgm:spPr/>
    </dgm:pt>
    <dgm:pt modelId="{347CE0B1-23D2-45A8-9E9D-CB02C25B1687}" type="pres">
      <dgm:prSet presAssocID="{D81C932C-51A2-432C-921A-70FC4AA19C90}" presName="composite" presStyleCnt="0"/>
      <dgm:spPr/>
    </dgm:pt>
    <dgm:pt modelId="{209EED0D-D207-41E3-975D-B174486F84D3}" type="pres">
      <dgm:prSet presAssocID="{D81C932C-51A2-432C-921A-70FC4AA19C90}" presName="LShape" presStyleLbl="alignNode1" presStyleIdx="2" presStyleCnt="7"/>
      <dgm:spPr/>
    </dgm:pt>
    <dgm:pt modelId="{5735BE7D-DF4C-4611-A597-57A0F1D0A048}" type="pres">
      <dgm:prSet presAssocID="{D81C932C-51A2-432C-921A-70FC4AA19C90}" presName="ParentText" presStyleLbl="revTx" presStyleIdx="1" presStyleCnt="4">
        <dgm:presLayoutVars>
          <dgm:chMax val="0"/>
          <dgm:chPref val="0"/>
          <dgm:bulletEnabled val="1"/>
        </dgm:presLayoutVars>
      </dgm:prSet>
      <dgm:spPr/>
    </dgm:pt>
    <dgm:pt modelId="{E445E8D2-0764-4D6F-B14D-3BF2F2A568CD}" type="pres">
      <dgm:prSet presAssocID="{D81C932C-51A2-432C-921A-70FC4AA19C90}" presName="Triangle" presStyleLbl="alignNode1" presStyleIdx="3" presStyleCnt="7"/>
      <dgm:spPr/>
    </dgm:pt>
    <dgm:pt modelId="{18C29D2C-AE0E-44F0-B48F-7BCDD034BE26}" type="pres">
      <dgm:prSet presAssocID="{F8BEBD00-0D08-4D7B-990D-58A05E2F2B47}" presName="sibTrans" presStyleCnt="0"/>
      <dgm:spPr/>
    </dgm:pt>
    <dgm:pt modelId="{D7F61BA8-98E7-4CF8-961E-30AA23AFF700}" type="pres">
      <dgm:prSet presAssocID="{F8BEBD00-0D08-4D7B-990D-58A05E2F2B47}" presName="space" presStyleCnt="0"/>
      <dgm:spPr/>
    </dgm:pt>
    <dgm:pt modelId="{3E53D3AB-33B6-4158-9E09-2FAF2D46A372}" type="pres">
      <dgm:prSet presAssocID="{73FE18D8-8269-40AF-87E0-AF661EDC1B9C}" presName="composite" presStyleCnt="0"/>
      <dgm:spPr/>
    </dgm:pt>
    <dgm:pt modelId="{86D1FC7B-93B1-4317-B645-78A6107B5146}" type="pres">
      <dgm:prSet presAssocID="{73FE18D8-8269-40AF-87E0-AF661EDC1B9C}" presName="LShape" presStyleLbl="alignNode1" presStyleIdx="4" presStyleCnt="7"/>
      <dgm:spPr/>
    </dgm:pt>
    <dgm:pt modelId="{34D3C7FA-69D1-4393-B298-6489F8D96639}" type="pres">
      <dgm:prSet presAssocID="{73FE18D8-8269-40AF-87E0-AF661EDC1B9C}" presName="ParentText" presStyleLbl="revTx" presStyleIdx="2" presStyleCnt="4">
        <dgm:presLayoutVars>
          <dgm:chMax val="0"/>
          <dgm:chPref val="0"/>
          <dgm:bulletEnabled val="1"/>
        </dgm:presLayoutVars>
      </dgm:prSet>
      <dgm:spPr/>
    </dgm:pt>
    <dgm:pt modelId="{2C95C6A5-1177-4A21-880B-D19D70BE1842}" type="pres">
      <dgm:prSet presAssocID="{73FE18D8-8269-40AF-87E0-AF661EDC1B9C}" presName="Triangle" presStyleLbl="alignNode1" presStyleIdx="5" presStyleCnt="7"/>
      <dgm:spPr/>
    </dgm:pt>
    <dgm:pt modelId="{C05664ED-3D1D-438C-BED4-EF41AE8CE22C}" type="pres">
      <dgm:prSet presAssocID="{CB28A227-27B0-4004-AF38-C596C6D2C09E}" presName="sibTrans" presStyleCnt="0"/>
      <dgm:spPr/>
    </dgm:pt>
    <dgm:pt modelId="{AEB9991A-852F-412C-B0C4-4F80418DD211}" type="pres">
      <dgm:prSet presAssocID="{CB28A227-27B0-4004-AF38-C596C6D2C09E}" presName="space" presStyleCnt="0"/>
      <dgm:spPr/>
    </dgm:pt>
    <dgm:pt modelId="{C49547A5-7D3A-4511-9D99-4E235C2A498F}" type="pres">
      <dgm:prSet presAssocID="{9B6A6BE1-7BE9-40B7-89D3-568960BA6306}" presName="composite" presStyleCnt="0"/>
      <dgm:spPr/>
    </dgm:pt>
    <dgm:pt modelId="{36B8638E-B925-4639-8FB0-09C2F3E1CE3B}" type="pres">
      <dgm:prSet presAssocID="{9B6A6BE1-7BE9-40B7-89D3-568960BA6306}" presName="LShape" presStyleLbl="alignNode1" presStyleIdx="6" presStyleCnt="7"/>
      <dgm:spPr/>
    </dgm:pt>
    <dgm:pt modelId="{2AEE14E8-9788-4381-8A9C-9D0824B53F30}" type="pres">
      <dgm:prSet presAssocID="{9B6A6BE1-7BE9-40B7-89D3-568960BA6306}" presName="ParentText" presStyleLbl="revTx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0B12B610-8CA9-4087-AEC5-DF84AD8550A3}" srcId="{AA4A2E9A-659C-476C-A273-03EF165C31EE}" destId="{9B6A6BE1-7BE9-40B7-89D3-568960BA6306}" srcOrd="3" destOrd="0" parTransId="{57794B5C-39A6-4822-A30B-1B6F7561547A}" sibTransId="{BB44DD3C-73A2-431C-A208-D319AC3EC2D0}"/>
    <dgm:cxn modelId="{6C9FDF21-F49B-4142-AD29-241E3C0A2742}" srcId="{AA4A2E9A-659C-476C-A273-03EF165C31EE}" destId="{51858A2C-691D-4408-B0DF-46BA9EF20793}" srcOrd="0" destOrd="0" parTransId="{6C36EF90-61DC-421F-A077-701EBB4E78E6}" sibTransId="{0DCDB26A-F8FD-4084-8624-3CA2C28DBE99}"/>
    <dgm:cxn modelId="{5B3C0D38-4986-4365-9888-8E86EE26D783}" type="presOf" srcId="{51858A2C-691D-4408-B0DF-46BA9EF20793}" destId="{266DB3EE-7B03-438F-9289-48315CEDB6FA}" srcOrd="0" destOrd="0" presId="urn:microsoft.com/office/officeart/2009/3/layout/StepUpProcess"/>
    <dgm:cxn modelId="{3602973E-A907-484B-811B-34F9B0D5A0EA}" type="presOf" srcId="{9B6A6BE1-7BE9-40B7-89D3-568960BA6306}" destId="{2AEE14E8-9788-4381-8A9C-9D0824B53F30}" srcOrd="0" destOrd="0" presId="urn:microsoft.com/office/officeart/2009/3/layout/StepUpProcess"/>
    <dgm:cxn modelId="{884BCEB1-BA8B-4CF3-958A-4BA4BED8E728}" srcId="{AA4A2E9A-659C-476C-A273-03EF165C31EE}" destId="{73FE18D8-8269-40AF-87E0-AF661EDC1B9C}" srcOrd="2" destOrd="0" parTransId="{4B13CB69-F55C-40A6-9E4E-D7FDA359BC0F}" sibTransId="{CB28A227-27B0-4004-AF38-C596C6D2C09E}"/>
    <dgm:cxn modelId="{CE013FB3-6190-4109-AF6B-882FD3567FE5}" type="presOf" srcId="{D81C932C-51A2-432C-921A-70FC4AA19C90}" destId="{5735BE7D-DF4C-4611-A597-57A0F1D0A048}" srcOrd="0" destOrd="0" presId="urn:microsoft.com/office/officeart/2009/3/layout/StepUpProcess"/>
    <dgm:cxn modelId="{428796C1-9A57-4B16-B359-6D8E870353DD}" srcId="{AA4A2E9A-659C-476C-A273-03EF165C31EE}" destId="{D81C932C-51A2-432C-921A-70FC4AA19C90}" srcOrd="1" destOrd="0" parTransId="{4DEC1ED6-3AD3-4DC9-B2A9-5AE5C37C9B86}" sibTransId="{F8BEBD00-0D08-4D7B-990D-58A05E2F2B47}"/>
    <dgm:cxn modelId="{12B7E5E3-94C8-44EF-B4BC-6F0F0941116F}" type="presOf" srcId="{73FE18D8-8269-40AF-87E0-AF661EDC1B9C}" destId="{34D3C7FA-69D1-4393-B298-6489F8D96639}" srcOrd="0" destOrd="0" presId="urn:microsoft.com/office/officeart/2009/3/layout/StepUpProcess"/>
    <dgm:cxn modelId="{496923F8-D1D0-4330-B64D-1615FE9DA617}" type="presOf" srcId="{AA4A2E9A-659C-476C-A273-03EF165C31EE}" destId="{2AB166A8-CD78-4ABD-ADC4-3A17734C7B2F}" srcOrd="0" destOrd="0" presId="urn:microsoft.com/office/officeart/2009/3/layout/StepUpProcess"/>
    <dgm:cxn modelId="{2BF40067-BFE6-47BF-A933-200C1F22D257}" type="presParOf" srcId="{2AB166A8-CD78-4ABD-ADC4-3A17734C7B2F}" destId="{AB2DC923-880E-4391-85D7-80311AC88ADA}" srcOrd="0" destOrd="0" presId="urn:microsoft.com/office/officeart/2009/3/layout/StepUpProcess"/>
    <dgm:cxn modelId="{EBF488FC-FFA0-4A4D-932C-3E3B905BAE98}" type="presParOf" srcId="{AB2DC923-880E-4391-85D7-80311AC88ADA}" destId="{56F54723-B5C0-448E-89C2-5C4D21C0F9C7}" srcOrd="0" destOrd="0" presId="urn:microsoft.com/office/officeart/2009/3/layout/StepUpProcess"/>
    <dgm:cxn modelId="{8946F22B-E265-4F00-AC4C-B1AE1BF6BDB7}" type="presParOf" srcId="{AB2DC923-880E-4391-85D7-80311AC88ADA}" destId="{266DB3EE-7B03-438F-9289-48315CEDB6FA}" srcOrd="1" destOrd="0" presId="urn:microsoft.com/office/officeart/2009/3/layout/StepUpProcess"/>
    <dgm:cxn modelId="{E294F470-CB53-4904-9D03-2A276E44983F}" type="presParOf" srcId="{AB2DC923-880E-4391-85D7-80311AC88ADA}" destId="{577F77B0-DC7B-4A8E-A613-1828042BF7AB}" srcOrd="2" destOrd="0" presId="urn:microsoft.com/office/officeart/2009/3/layout/StepUpProcess"/>
    <dgm:cxn modelId="{4B3076B7-DDEE-4D1C-9F92-06D737858F9A}" type="presParOf" srcId="{2AB166A8-CD78-4ABD-ADC4-3A17734C7B2F}" destId="{42A28CF6-EB64-4C5D-B6E8-44036AF6539D}" srcOrd="1" destOrd="0" presId="urn:microsoft.com/office/officeart/2009/3/layout/StepUpProcess"/>
    <dgm:cxn modelId="{4167E0E4-6BF9-4676-B945-527E0E972E75}" type="presParOf" srcId="{42A28CF6-EB64-4C5D-B6E8-44036AF6539D}" destId="{D6454D0A-9CDB-4CFF-B96D-28F321E2A97D}" srcOrd="0" destOrd="0" presId="urn:microsoft.com/office/officeart/2009/3/layout/StepUpProcess"/>
    <dgm:cxn modelId="{C5DD3AB6-3626-4819-8743-A8B589D78BE9}" type="presParOf" srcId="{2AB166A8-CD78-4ABD-ADC4-3A17734C7B2F}" destId="{347CE0B1-23D2-45A8-9E9D-CB02C25B1687}" srcOrd="2" destOrd="0" presId="urn:microsoft.com/office/officeart/2009/3/layout/StepUpProcess"/>
    <dgm:cxn modelId="{DB8BFA89-C7CF-47A1-A8B3-586AE0410E67}" type="presParOf" srcId="{347CE0B1-23D2-45A8-9E9D-CB02C25B1687}" destId="{209EED0D-D207-41E3-975D-B174486F84D3}" srcOrd="0" destOrd="0" presId="urn:microsoft.com/office/officeart/2009/3/layout/StepUpProcess"/>
    <dgm:cxn modelId="{2A460857-6830-4B9F-8055-8E1EB9C187BF}" type="presParOf" srcId="{347CE0B1-23D2-45A8-9E9D-CB02C25B1687}" destId="{5735BE7D-DF4C-4611-A597-57A0F1D0A048}" srcOrd="1" destOrd="0" presId="urn:microsoft.com/office/officeart/2009/3/layout/StepUpProcess"/>
    <dgm:cxn modelId="{1C01683F-E698-421E-9354-C1F752CA9FED}" type="presParOf" srcId="{347CE0B1-23D2-45A8-9E9D-CB02C25B1687}" destId="{E445E8D2-0764-4D6F-B14D-3BF2F2A568CD}" srcOrd="2" destOrd="0" presId="urn:microsoft.com/office/officeart/2009/3/layout/StepUpProcess"/>
    <dgm:cxn modelId="{B21229E3-8AD2-4918-B1AC-FC49AB46AF8E}" type="presParOf" srcId="{2AB166A8-CD78-4ABD-ADC4-3A17734C7B2F}" destId="{18C29D2C-AE0E-44F0-B48F-7BCDD034BE26}" srcOrd="3" destOrd="0" presId="urn:microsoft.com/office/officeart/2009/3/layout/StepUpProcess"/>
    <dgm:cxn modelId="{4007C65A-EF3B-45F5-87E5-C87A6E032F1E}" type="presParOf" srcId="{18C29D2C-AE0E-44F0-B48F-7BCDD034BE26}" destId="{D7F61BA8-98E7-4CF8-961E-30AA23AFF700}" srcOrd="0" destOrd="0" presId="urn:microsoft.com/office/officeart/2009/3/layout/StepUpProcess"/>
    <dgm:cxn modelId="{9F5DF027-E0C9-4564-82E4-627603503776}" type="presParOf" srcId="{2AB166A8-CD78-4ABD-ADC4-3A17734C7B2F}" destId="{3E53D3AB-33B6-4158-9E09-2FAF2D46A372}" srcOrd="4" destOrd="0" presId="urn:microsoft.com/office/officeart/2009/3/layout/StepUpProcess"/>
    <dgm:cxn modelId="{AF123CCF-6820-4CC1-AFC0-32C9D6D28EF7}" type="presParOf" srcId="{3E53D3AB-33B6-4158-9E09-2FAF2D46A372}" destId="{86D1FC7B-93B1-4317-B645-78A6107B5146}" srcOrd="0" destOrd="0" presId="urn:microsoft.com/office/officeart/2009/3/layout/StepUpProcess"/>
    <dgm:cxn modelId="{8B89D7AA-8A5D-4611-B08E-A6A7D6203D7F}" type="presParOf" srcId="{3E53D3AB-33B6-4158-9E09-2FAF2D46A372}" destId="{34D3C7FA-69D1-4393-B298-6489F8D96639}" srcOrd="1" destOrd="0" presId="urn:microsoft.com/office/officeart/2009/3/layout/StepUpProcess"/>
    <dgm:cxn modelId="{024A5F46-3A5D-4736-BA7F-4D8428F3F55F}" type="presParOf" srcId="{3E53D3AB-33B6-4158-9E09-2FAF2D46A372}" destId="{2C95C6A5-1177-4A21-880B-D19D70BE1842}" srcOrd="2" destOrd="0" presId="urn:microsoft.com/office/officeart/2009/3/layout/StepUpProcess"/>
    <dgm:cxn modelId="{F6A6DEA5-4D94-4E0F-8E14-6F16242D7E99}" type="presParOf" srcId="{2AB166A8-CD78-4ABD-ADC4-3A17734C7B2F}" destId="{C05664ED-3D1D-438C-BED4-EF41AE8CE22C}" srcOrd="5" destOrd="0" presId="urn:microsoft.com/office/officeart/2009/3/layout/StepUpProcess"/>
    <dgm:cxn modelId="{D5E390FC-23A9-4154-800D-9707EA00D43C}" type="presParOf" srcId="{C05664ED-3D1D-438C-BED4-EF41AE8CE22C}" destId="{AEB9991A-852F-412C-B0C4-4F80418DD211}" srcOrd="0" destOrd="0" presId="urn:microsoft.com/office/officeart/2009/3/layout/StepUpProcess"/>
    <dgm:cxn modelId="{21C6CC7C-CC0F-4E5E-9B7F-1168CC5E534C}" type="presParOf" srcId="{2AB166A8-CD78-4ABD-ADC4-3A17734C7B2F}" destId="{C49547A5-7D3A-4511-9D99-4E235C2A498F}" srcOrd="6" destOrd="0" presId="urn:microsoft.com/office/officeart/2009/3/layout/StepUpProcess"/>
    <dgm:cxn modelId="{8AAC6A5A-FDC4-48E0-959F-137FB9FD202E}" type="presParOf" srcId="{C49547A5-7D3A-4511-9D99-4E235C2A498F}" destId="{36B8638E-B925-4639-8FB0-09C2F3E1CE3B}" srcOrd="0" destOrd="0" presId="urn:microsoft.com/office/officeart/2009/3/layout/StepUpProcess"/>
    <dgm:cxn modelId="{C89DE2C9-3957-41EF-9074-0F2AF7FE2E60}" type="presParOf" srcId="{C49547A5-7D3A-4511-9D99-4E235C2A498F}" destId="{2AEE14E8-9788-4381-8A9C-9D0824B53F30}" srcOrd="1" destOrd="0" presId="urn:microsoft.com/office/officeart/2009/3/layout/StepUp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603CD37-EEFB-41B4-BBC6-A7E380A5C5C1}" type="doc">
      <dgm:prSet loTypeId="urn:microsoft.com/office/officeart/2005/8/layout/process1" loCatId="process" qsTypeId="urn:microsoft.com/office/officeart/2005/8/quickstyle/simple1" qsCatId="simple" csTypeId="urn:microsoft.com/office/officeart/2005/8/colors/accent3_5" csCatId="accent3"/>
      <dgm:spPr/>
      <dgm:t>
        <a:bodyPr/>
        <a:lstStyle/>
        <a:p>
          <a:endParaRPr lang="en-IN"/>
        </a:p>
      </dgm:t>
    </dgm:pt>
    <dgm:pt modelId="{FC487D57-EB65-44FA-9BE2-011E3CB19B30}">
      <dgm:prSet/>
      <dgm:spPr/>
      <dgm:t>
        <a:bodyPr/>
        <a:lstStyle/>
        <a:p>
          <a:r>
            <a:rPr lang="en-IN" dirty="0">
              <a:solidFill>
                <a:schemeClr val="tx1"/>
              </a:solidFill>
            </a:rPr>
            <a:t>Excessive dependence on generative AI systems may negatively impact human cognitive autonomy and emotional regulation.</a:t>
          </a:r>
        </a:p>
      </dgm:t>
    </dgm:pt>
    <dgm:pt modelId="{E7D22E01-1832-47EC-9CA0-244E7449CFA8}" type="parTrans" cxnId="{55E74874-897D-4413-BF85-906665FB329B}">
      <dgm:prSet/>
      <dgm:spPr/>
      <dgm:t>
        <a:bodyPr/>
        <a:lstStyle/>
        <a:p>
          <a:endParaRPr lang="en-IN"/>
        </a:p>
      </dgm:t>
    </dgm:pt>
    <dgm:pt modelId="{3AD08D0F-CBF8-4A1C-8F07-3620F93CBD93}" type="sibTrans" cxnId="{55E74874-897D-4413-BF85-906665FB329B}">
      <dgm:prSet/>
      <dgm:spPr/>
      <dgm:t>
        <a:bodyPr/>
        <a:lstStyle/>
        <a:p>
          <a:endParaRPr lang="en-IN"/>
        </a:p>
      </dgm:t>
    </dgm:pt>
    <dgm:pt modelId="{4D8E4573-9EA4-4039-9A79-39D14AE8BF20}" type="pres">
      <dgm:prSet presAssocID="{D603CD37-EEFB-41B4-BBC6-A7E380A5C5C1}" presName="Name0" presStyleCnt="0">
        <dgm:presLayoutVars>
          <dgm:dir/>
          <dgm:resizeHandles val="exact"/>
        </dgm:presLayoutVars>
      </dgm:prSet>
      <dgm:spPr/>
    </dgm:pt>
    <dgm:pt modelId="{1256763E-1462-4091-9B0A-88D71F35AEC8}" type="pres">
      <dgm:prSet presAssocID="{FC487D57-EB65-44FA-9BE2-011E3CB19B30}" presName="node" presStyleLbl="node1" presStyleIdx="0" presStyleCnt="1">
        <dgm:presLayoutVars>
          <dgm:bulletEnabled val="1"/>
        </dgm:presLayoutVars>
      </dgm:prSet>
      <dgm:spPr/>
    </dgm:pt>
  </dgm:ptLst>
  <dgm:cxnLst>
    <dgm:cxn modelId="{55E74874-897D-4413-BF85-906665FB329B}" srcId="{D603CD37-EEFB-41B4-BBC6-A7E380A5C5C1}" destId="{FC487D57-EB65-44FA-9BE2-011E3CB19B30}" srcOrd="0" destOrd="0" parTransId="{E7D22E01-1832-47EC-9CA0-244E7449CFA8}" sibTransId="{3AD08D0F-CBF8-4A1C-8F07-3620F93CBD93}"/>
    <dgm:cxn modelId="{8ADCBFC0-7483-4517-A82A-8D3D22B01860}" type="presOf" srcId="{D603CD37-EEFB-41B4-BBC6-A7E380A5C5C1}" destId="{4D8E4573-9EA4-4039-9A79-39D14AE8BF20}" srcOrd="0" destOrd="0" presId="urn:microsoft.com/office/officeart/2005/8/layout/process1"/>
    <dgm:cxn modelId="{51F762D7-E3FF-43AF-908E-721F704BF943}" type="presOf" srcId="{FC487D57-EB65-44FA-9BE2-011E3CB19B30}" destId="{1256763E-1462-4091-9B0A-88D71F35AEC8}" srcOrd="0" destOrd="0" presId="urn:microsoft.com/office/officeart/2005/8/layout/process1"/>
    <dgm:cxn modelId="{ED14A020-1773-4E00-B218-EBC35366D864}" type="presParOf" srcId="{4D8E4573-9EA4-4039-9A79-39D14AE8BF20}" destId="{1256763E-1462-4091-9B0A-88D71F35AEC8}" srcOrd="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F31BFAB-F993-424C-9670-74AB544C50FE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2687C708-3169-4EFC-AC1B-C3AD0BE22459}">
      <dgm:prSet phldrT="[Text]"/>
      <dgm:spPr>
        <a:solidFill>
          <a:schemeClr val="bg1">
            <a:lumMod val="65000"/>
          </a:schemeClr>
        </a:solidFill>
      </dgm:spPr>
      <dgm:t>
        <a:bodyPr/>
        <a:lstStyle/>
        <a:p>
          <a:pPr>
            <a:buNone/>
          </a:pPr>
          <a:r>
            <a:rPr lang="en-IN" b="1" dirty="0">
              <a:solidFill>
                <a:schemeClr val="tx1"/>
              </a:solidFill>
            </a:rPr>
            <a:t>Level 1 – Cognitive Offloading</a:t>
          </a:r>
          <a:endParaRPr lang="en-IN" dirty="0">
            <a:solidFill>
              <a:schemeClr val="tx1"/>
            </a:solidFill>
          </a:endParaRPr>
        </a:p>
      </dgm:t>
    </dgm:pt>
    <dgm:pt modelId="{881CFE5A-70F2-4895-B998-993F0947C039}" type="parTrans" cxnId="{1419CE72-A482-4324-9F91-9FC4A6E422E0}">
      <dgm:prSet/>
      <dgm:spPr/>
      <dgm:t>
        <a:bodyPr/>
        <a:lstStyle/>
        <a:p>
          <a:endParaRPr lang="en-IN"/>
        </a:p>
      </dgm:t>
    </dgm:pt>
    <dgm:pt modelId="{6AE4490D-4463-4186-B0F9-DFF934045A2E}" type="sibTrans" cxnId="{1419CE72-A482-4324-9F91-9FC4A6E422E0}">
      <dgm:prSet/>
      <dgm:spPr/>
      <dgm:t>
        <a:bodyPr/>
        <a:lstStyle/>
        <a:p>
          <a:endParaRPr lang="en-IN"/>
        </a:p>
      </dgm:t>
    </dgm:pt>
    <dgm:pt modelId="{E3357E56-D9F2-4157-AE87-224886D83BDF}">
      <dgm:prSet phldrT="[Text]" phldr="0"/>
      <dgm:spPr/>
      <dgm:t>
        <a:bodyPr/>
        <a:lstStyle/>
        <a:p>
          <a:r>
            <a:rPr lang="en-US" dirty="0"/>
            <a:t>Reliance on AI for basic thinking tasks</a:t>
          </a:r>
          <a:endParaRPr lang="en-IN" dirty="0"/>
        </a:p>
      </dgm:t>
    </dgm:pt>
    <dgm:pt modelId="{2DCD9A04-50B5-4F89-989F-FB257BCA8926}" type="parTrans" cxnId="{BCD2B822-2DEC-43FA-90A1-B460890E91F0}">
      <dgm:prSet/>
      <dgm:spPr/>
      <dgm:t>
        <a:bodyPr/>
        <a:lstStyle/>
        <a:p>
          <a:endParaRPr lang="en-IN"/>
        </a:p>
      </dgm:t>
    </dgm:pt>
    <dgm:pt modelId="{8E98EA23-1679-428F-A195-06E78E7BCA0A}" type="sibTrans" cxnId="{BCD2B822-2DEC-43FA-90A1-B460890E91F0}">
      <dgm:prSet/>
      <dgm:spPr/>
      <dgm:t>
        <a:bodyPr/>
        <a:lstStyle/>
        <a:p>
          <a:endParaRPr lang="en-IN"/>
        </a:p>
      </dgm:t>
    </dgm:pt>
    <dgm:pt modelId="{89AF5939-0230-4B2D-859C-DE395CCB933E}">
      <dgm:prSet phldrT="[Text]" phldr="0"/>
      <dgm:spPr/>
      <dgm:t>
        <a:bodyPr/>
        <a:lstStyle/>
        <a:p>
          <a:r>
            <a:rPr lang="en-US" dirty="0"/>
            <a:t>Reduced independent reasoning</a:t>
          </a:r>
          <a:endParaRPr lang="en-IN" dirty="0"/>
        </a:p>
      </dgm:t>
    </dgm:pt>
    <dgm:pt modelId="{4AF92BFB-B02B-4F40-AB1F-D1DC590B1C0C}" type="parTrans" cxnId="{6FBB4BDB-E5A5-4C73-88AF-F99C282277F7}">
      <dgm:prSet/>
      <dgm:spPr/>
      <dgm:t>
        <a:bodyPr/>
        <a:lstStyle/>
        <a:p>
          <a:endParaRPr lang="en-IN"/>
        </a:p>
      </dgm:t>
    </dgm:pt>
    <dgm:pt modelId="{F3790002-B1DE-4EBC-A4B4-9A2C866C8A3D}" type="sibTrans" cxnId="{6FBB4BDB-E5A5-4C73-88AF-F99C282277F7}">
      <dgm:prSet/>
      <dgm:spPr/>
      <dgm:t>
        <a:bodyPr/>
        <a:lstStyle/>
        <a:p>
          <a:endParaRPr lang="en-IN"/>
        </a:p>
      </dgm:t>
    </dgm:pt>
    <dgm:pt modelId="{C6FB9A73-90E0-42AB-9C56-690EEB6F1D71}">
      <dgm:prSet phldrT="[Text]"/>
      <dgm:spPr>
        <a:solidFill>
          <a:schemeClr val="bg1">
            <a:lumMod val="65000"/>
          </a:schemeClr>
        </a:solidFill>
      </dgm:spPr>
      <dgm:t>
        <a:bodyPr/>
        <a:lstStyle/>
        <a:p>
          <a:pPr>
            <a:buNone/>
          </a:pPr>
          <a:r>
            <a:rPr lang="en-IN" b="1" dirty="0">
              <a:solidFill>
                <a:schemeClr val="tx1"/>
              </a:solidFill>
            </a:rPr>
            <a:t>Level 2 – Dependency Formation</a:t>
          </a:r>
          <a:endParaRPr lang="en-IN" dirty="0">
            <a:solidFill>
              <a:schemeClr val="tx1"/>
            </a:solidFill>
          </a:endParaRPr>
        </a:p>
      </dgm:t>
    </dgm:pt>
    <dgm:pt modelId="{6E7CF6F2-7819-4CFA-A2A8-BCE3E8D00150}" type="parTrans" cxnId="{6E929BD0-81C8-40F6-BCE2-29158A45C934}">
      <dgm:prSet/>
      <dgm:spPr/>
      <dgm:t>
        <a:bodyPr/>
        <a:lstStyle/>
        <a:p>
          <a:endParaRPr lang="en-IN"/>
        </a:p>
      </dgm:t>
    </dgm:pt>
    <dgm:pt modelId="{51E15FF1-E900-43D0-8C8C-6AB2ADDE6F82}" type="sibTrans" cxnId="{6E929BD0-81C8-40F6-BCE2-29158A45C934}">
      <dgm:prSet/>
      <dgm:spPr/>
      <dgm:t>
        <a:bodyPr/>
        <a:lstStyle/>
        <a:p>
          <a:endParaRPr lang="en-IN"/>
        </a:p>
      </dgm:t>
    </dgm:pt>
    <dgm:pt modelId="{8D4040E7-8878-4F36-BB4B-184C802E346C}">
      <dgm:prSet phldrT="[Text]" phldr="0"/>
      <dgm:spPr/>
      <dgm:t>
        <a:bodyPr/>
        <a:lstStyle/>
        <a:p>
          <a:r>
            <a:rPr lang="en-US" dirty="0"/>
            <a:t>Frequent use of AI for decision-making</a:t>
          </a:r>
          <a:endParaRPr lang="en-IN" dirty="0"/>
        </a:p>
      </dgm:t>
    </dgm:pt>
    <dgm:pt modelId="{7FBC585F-BAD2-4750-9553-E28F2C9F4C90}" type="parTrans" cxnId="{961BC607-20D4-45BB-9283-A03ACA7C90DF}">
      <dgm:prSet/>
      <dgm:spPr/>
      <dgm:t>
        <a:bodyPr/>
        <a:lstStyle/>
        <a:p>
          <a:endParaRPr lang="en-IN"/>
        </a:p>
      </dgm:t>
    </dgm:pt>
    <dgm:pt modelId="{1DF754C3-2A3E-441B-B8FE-BA87FBCA6B0A}" type="sibTrans" cxnId="{961BC607-20D4-45BB-9283-A03ACA7C90DF}">
      <dgm:prSet/>
      <dgm:spPr/>
      <dgm:t>
        <a:bodyPr/>
        <a:lstStyle/>
        <a:p>
          <a:endParaRPr lang="en-IN"/>
        </a:p>
      </dgm:t>
    </dgm:pt>
    <dgm:pt modelId="{A6F60841-20AD-4D95-B822-A90CA853A5B0}">
      <dgm:prSet phldrT="[Text]" phldr="0"/>
      <dgm:spPr/>
      <dgm:t>
        <a:bodyPr/>
        <a:lstStyle/>
        <a:p>
          <a:r>
            <a:rPr lang="en-US" dirty="0"/>
            <a:t>Difficulty functioning without AI assistance</a:t>
          </a:r>
          <a:endParaRPr lang="en-IN" dirty="0"/>
        </a:p>
      </dgm:t>
    </dgm:pt>
    <dgm:pt modelId="{4114E803-8784-44A7-AD5A-EEB666BB78A5}" type="parTrans" cxnId="{C06CF261-45D2-4B46-930D-FD39C57A4C86}">
      <dgm:prSet/>
      <dgm:spPr/>
      <dgm:t>
        <a:bodyPr/>
        <a:lstStyle/>
        <a:p>
          <a:endParaRPr lang="en-IN"/>
        </a:p>
      </dgm:t>
    </dgm:pt>
    <dgm:pt modelId="{D3F400F1-9462-45BE-95E3-9577B60685FE}" type="sibTrans" cxnId="{C06CF261-45D2-4B46-930D-FD39C57A4C86}">
      <dgm:prSet/>
      <dgm:spPr/>
      <dgm:t>
        <a:bodyPr/>
        <a:lstStyle/>
        <a:p>
          <a:endParaRPr lang="en-IN"/>
        </a:p>
      </dgm:t>
    </dgm:pt>
    <dgm:pt modelId="{C11C75B1-62B2-4C4E-A1F2-7516F8A141C1}">
      <dgm:prSet phldrT="[Text]"/>
      <dgm:spPr>
        <a:solidFill>
          <a:schemeClr val="bg1">
            <a:lumMod val="65000"/>
          </a:schemeClr>
        </a:solidFill>
      </dgm:spPr>
      <dgm:t>
        <a:bodyPr/>
        <a:lstStyle/>
        <a:p>
          <a:pPr>
            <a:buNone/>
          </a:pPr>
          <a:r>
            <a:rPr lang="en-IN" b="1" dirty="0">
              <a:solidFill>
                <a:schemeClr val="tx1"/>
              </a:solidFill>
            </a:rPr>
            <a:t>Level 3 – Behavioural Distortion</a:t>
          </a:r>
          <a:endParaRPr lang="en-IN" dirty="0">
            <a:solidFill>
              <a:schemeClr val="tx1"/>
            </a:solidFill>
          </a:endParaRPr>
        </a:p>
      </dgm:t>
    </dgm:pt>
    <dgm:pt modelId="{22477F78-4933-489E-9F2C-DC4DAE854AF1}" type="parTrans" cxnId="{2DB860E2-6A3B-4B54-BC66-8EBBB49A7B31}">
      <dgm:prSet/>
      <dgm:spPr/>
      <dgm:t>
        <a:bodyPr/>
        <a:lstStyle/>
        <a:p>
          <a:endParaRPr lang="en-IN"/>
        </a:p>
      </dgm:t>
    </dgm:pt>
    <dgm:pt modelId="{6F558EBB-9542-4C87-B705-C5E8501E9C4A}" type="sibTrans" cxnId="{2DB860E2-6A3B-4B54-BC66-8EBBB49A7B31}">
      <dgm:prSet/>
      <dgm:spPr/>
      <dgm:t>
        <a:bodyPr/>
        <a:lstStyle/>
        <a:p>
          <a:endParaRPr lang="en-IN"/>
        </a:p>
      </dgm:t>
    </dgm:pt>
    <dgm:pt modelId="{A3EB346E-BC11-4FEE-84E6-F76E34A74B49}">
      <dgm:prSet phldrT="[Text]" phldr="0"/>
      <dgm:spPr/>
      <dgm:t>
        <a:bodyPr/>
        <a:lstStyle/>
        <a:p>
          <a:r>
            <a:rPr lang="en-US" dirty="0"/>
            <a:t>Emotional attachment to AI systems</a:t>
          </a:r>
          <a:endParaRPr lang="en-IN" dirty="0"/>
        </a:p>
      </dgm:t>
    </dgm:pt>
    <dgm:pt modelId="{FA3D0415-D681-4A76-AD17-A32BC6D9BD9E}" type="parTrans" cxnId="{686AE016-4584-4D7E-A30E-5601B96F20B1}">
      <dgm:prSet/>
      <dgm:spPr/>
      <dgm:t>
        <a:bodyPr/>
        <a:lstStyle/>
        <a:p>
          <a:endParaRPr lang="en-IN"/>
        </a:p>
      </dgm:t>
    </dgm:pt>
    <dgm:pt modelId="{7F874CE7-A0A6-4A50-A657-F7E79ED0D3C1}" type="sibTrans" cxnId="{686AE016-4584-4D7E-A30E-5601B96F20B1}">
      <dgm:prSet/>
      <dgm:spPr/>
      <dgm:t>
        <a:bodyPr/>
        <a:lstStyle/>
        <a:p>
          <a:endParaRPr lang="en-IN"/>
        </a:p>
      </dgm:t>
    </dgm:pt>
    <dgm:pt modelId="{51ACCB21-E90D-405D-9A96-855D7DB16CA9}">
      <dgm:prSet phldrT="[Text]" phldr="0"/>
      <dgm:spPr/>
      <dgm:t>
        <a:bodyPr/>
        <a:lstStyle/>
        <a:p>
          <a:r>
            <a:rPr lang="en-US" dirty="0"/>
            <a:t>Acceptance of incorrect AI outputs as valid</a:t>
          </a:r>
          <a:endParaRPr lang="en-IN" dirty="0"/>
        </a:p>
      </dgm:t>
    </dgm:pt>
    <dgm:pt modelId="{D34F23BB-96DB-402A-9C80-CAB9340212D8}" type="parTrans" cxnId="{EC11BFC2-09AD-4510-8F6C-AF1CA97D6A8C}">
      <dgm:prSet/>
      <dgm:spPr/>
      <dgm:t>
        <a:bodyPr/>
        <a:lstStyle/>
        <a:p>
          <a:endParaRPr lang="en-IN"/>
        </a:p>
      </dgm:t>
    </dgm:pt>
    <dgm:pt modelId="{2F63A40D-473D-4DF4-9E4A-670F942C3F3E}" type="sibTrans" cxnId="{EC11BFC2-09AD-4510-8F6C-AF1CA97D6A8C}">
      <dgm:prSet/>
      <dgm:spPr/>
      <dgm:t>
        <a:bodyPr/>
        <a:lstStyle/>
        <a:p>
          <a:endParaRPr lang="en-IN"/>
        </a:p>
      </dgm:t>
    </dgm:pt>
    <dgm:pt modelId="{B2703A08-FB3A-432F-AC97-4113DD8C0514}" type="pres">
      <dgm:prSet presAssocID="{3F31BFAB-F993-424C-9670-74AB544C50FE}" presName="Name0" presStyleCnt="0">
        <dgm:presLayoutVars>
          <dgm:dir/>
          <dgm:animLvl val="lvl"/>
          <dgm:resizeHandles val="exact"/>
        </dgm:presLayoutVars>
      </dgm:prSet>
      <dgm:spPr/>
    </dgm:pt>
    <dgm:pt modelId="{30AEBCBC-4D22-46DC-A8B9-58E88B7A35A0}" type="pres">
      <dgm:prSet presAssocID="{2687C708-3169-4EFC-AC1B-C3AD0BE22459}" presName="linNode" presStyleCnt="0"/>
      <dgm:spPr/>
    </dgm:pt>
    <dgm:pt modelId="{F3BD8250-6D65-484E-BA5B-583CB9CF087E}" type="pres">
      <dgm:prSet presAssocID="{2687C708-3169-4EFC-AC1B-C3AD0BE22459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47BD8AE8-93BB-4B8B-A1DE-CAE8693EB025}" type="pres">
      <dgm:prSet presAssocID="{2687C708-3169-4EFC-AC1B-C3AD0BE22459}" presName="descendantText" presStyleLbl="alignAccFollowNode1" presStyleIdx="0" presStyleCnt="3">
        <dgm:presLayoutVars>
          <dgm:bulletEnabled val="1"/>
        </dgm:presLayoutVars>
      </dgm:prSet>
      <dgm:spPr/>
    </dgm:pt>
    <dgm:pt modelId="{B6BF24D9-C098-4454-944A-42F7B425321D}" type="pres">
      <dgm:prSet presAssocID="{6AE4490D-4463-4186-B0F9-DFF934045A2E}" presName="sp" presStyleCnt="0"/>
      <dgm:spPr/>
    </dgm:pt>
    <dgm:pt modelId="{E05FBFBE-4EDB-4900-957A-B4CCA813E719}" type="pres">
      <dgm:prSet presAssocID="{C6FB9A73-90E0-42AB-9C56-690EEB6F1D71}" presName="linNode" presStyleCnt="0"/>
      <dgm:spPr/>
    </dgm:pt>
    <dgm:pt modelId="{6A3566EE-BD00-48EC-B985-924CCFE8A8EB}" type="pres">
      <dgm:prSet presAssocID="{C6FB9A73-90E0-42AB-9C56-690EEB6F1D71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065B87A1-273F-46F3-BA44-0C4ACCF95142}" type="pres">
      <dgm:prSet presAssocID="{C6FB9A73-90E0-42AB-9C56-690EEB6F1D71}" presName="descendantText" presStyleLbl="alignAccFollowNode1" presStyleIdx="1" presStyleCnt="3">
        <dgm:presLayoutVars>
          <dgm:bulletEnabled val="1"/>
        </dgm:presLayoutVars>
      </dgm:prSet>
      <dgm:spPr/>
    </dgm:pt>
    <dgm:pt modelId="{45831310-D35F-47ED-9981-C70F9FBA749E}" type="pres">
      <dgm:prSet presAssocID="{51E15FF1-E900-43D0-8C8C-6AB2ADDE6F82}" presName="sp" presStyleCnt="0"/>
      <dgm:spPr/>
    </dgm:pt>
    <dgm:pt modelId="{B7FE118D-C48A-4C7C-BD7C-155FFC03BFB1}" type="pres">
      <dgm:prSet presAssocID="{C11C75B1-62B2-4C4E-A1F2-7516F8A141C1}" presName="linNode" presStyleCnt="0"/>
      <dgm:spPr/>
    </dgm:pt>
    <dgm:pt modelId="{720E2161-E32A-4898-8EEC-B1EC3A8EBBC7}" type="pres">
      <dgm:prSet presAssocID="{C11C75B1-62B2-4C4E-A1F2-7516F8A141C1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11706692-25A9-4859-90B9-07C8E8CECEB0}" type="pres">
      <dgm:prSet presAssocID="{C11C75B1-62B2-4C4E-A1F2-7516F8A141C1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E8172901-2570-4BCC-8919-4FACC2CD88B1}" type="presOf" srcId="{A3EB346E-BC11-4FEE-84E6-F76E34A74B49}" destId="{11706692-25A9-4859-90B9-07C8E8CECEB0}" srcOrd="0" destOrd="0" presId="urn:microsoft.com/office/officeart/2005/8/layout/vList5"/>
    <dgm:cxn modelId="{961BC607-20D4-45BB-9283-A03ACA7C90DF}" srcId="{C6FB9A73-90E0-42AB-9C56-690EEB6F1D71}" destId="{8D4040E7-8878-4F36-BB4B-184C802E346C}" srcOrd="0" destOrd="0" parTransId="{7FBC585F-BAD2-4750-9553-E28F2C9F4C90}" sibTransId="{1DF754C3-2A3E-441B-B8FE-BA87FBCA6B0A}"/>
    <dgm:cxn modelId="{C23DFA14-69AE-48D8-871F-8FC80BA804C4}" type="presOf" srcId="{89AF5939-0230-4B2D-859C-DE395CCB933E}" destId="{47BD8AE8-93BB-4B8B-A1DE-CAE8693EB025}" srcOrd="0" destOrd="1" presId="urn:microsoft.com/office/officeart/2005/8/layout/vList5"/>
    <dgm:cxn modelId="{B9A16A16-212E-460F-BDDC-648D2887DA41}" type="presOf" srcId="{2687C708-3169-4EFC-AC1B-C3AD0BE22459}" destId="{F3BD8250-6D65-484E-BA5B-583CB9CF087E}" srcOrd="0" destOrd="0" presId="urn:microsoft.com/office/officeart/2005/8/layout/vList5"/>
    <dgm:cxn modelId="{686AE016-4584-4D7E-A30E-5601B96F20B1}" srcId="{C11C75B1-62B2-4C4E-A1F2-7516F8A141C1}" destId="{A3EB346E-BC11-4FEE-84E6-F76E34A74B49}" srcOrd="0" destOrd="0" parTransId="{FA3D0415-D681-4A76-AD17-A32BC6D9BD9E}" sibTransId="{7F874CE7-A0A6-4A50-A657-F7E79ED0D3C1}"/>
    <dgm:cxn modelId="{2D3DD11B-2545-418C-A7B5-8AE2C76E46A5}" type="presOf" srcId="{51ACCB21-E90D-405D-9A96-855D7DB16CA9}" destId="{11706692-25A9-4859-90B9-07C8E8CECEB0}" srcOrd="0" destOrd="1" presId="urn:microsoft.com/office/officeart/2005/8/layout/vList5"/>
    <dgm:cxn modelId="{BCD2B822-2DEC-43FA-90A1-B460890E91F0}" srcId="{2687C708-3169-4EFC-AC1B-C3AD0BE22459}" destId="{E3357E56-D9F2-4157-AE87-224886D83BDF}" srcOrd="0" destOrd="0" parTransId="{2DCD9A04-50B5-4F89-989F-FB257BCA8926}" sibTransId="{8E98EA23-1679-428F-A195-06E78E7BCA0A}"/>
    <dgm:cxn modelId="{C06CF261-45D2-4B46-930D-FD39C57A4C86}" srcId="{C6FB9A73-90E0-42AB-9C56-690EEB6F1D71}" destId="{A6F60841-20AD-4D95-B822-A90CA853A5B0}" srcOrd="1" destOrd="0" parTransId="{4114E803-8784-44A7-AD5A-EEB666BB78A5}" sibTransId="{D3F400F1-9462-45BE-95E3-9577B60685FE}"/>
    <dgm:cxn modelId="{1419CE72-A482-4324-9F91-9FC4A6E422E0}" srcId="{3F31BFAB-F993-424C-9670-74AB544C50FE}" destId="{2687C708-3169-4EFC-AC1B-C3AD0BE22459}" srcOrd="0" destOrd="0" parTransId="{881CFE5A-70F2-4895-B998-993F0947C039}" sibTransId="{6AE4490D-4463-4186-B0F9-DFF934045A2E}"/>
    <dgm:cxn modelId="{2897F087-5908-4749-A6FA-BD4983B6C138}" type="presOf" srcId="{8D4040E7-8878-4F36-BB4B-184C802E346C}" destId="{065B87A1-273F-46F3-BA44-0C4ACCF95142}" srcOrd="0" destOrd="0" presId="urn:microsoft.com/office/officeart/2005/8/layout/vList5"/>
    <dgm:cxn modelId="{2DD0B69A-4CB3-4227-A564-31D9FDA6C3F2}" type="presOf" srcId="{C6FB9A73-90E0-42AB-9C56-690EEB6F1D71}" destId="{6A3566EE-BD00-48EC-B985-924CCFE8A8EB}" srcOrd="0" destOrd="0" presId="urn:microsoft.com/office/officeart/2005/8/layout/vList5"/>
    <dgm:cxn modelId="{EC11BFC2-09AD-4510-8F6C-AF1CA97D6A8C}" srcId="{C11C75B1-62B2-4C4E-A1F2-7516F8A141C1}" destId="{51ACCB21-E90D-405D-9A96-855D7DB16CA9}" srcOrd="1" destOrd="0" parTransId="{D34F23BB-96DB-402A-9C80-CAB9340212D8}" sibTransId="{2F63A40D-473D-4DF4-9E4A-670F942C3F3E}"/>
    <dgm:cxn modelId="{6B2C7DCD-B083-43F1-A617-FB9F72B7FF92}" type="presOf" srcId="{E3357E56-D9F2-4157-AE87-224886D83BDF}" destId="{47BD8AE8-93BB-4B8B-A1DE-CAE8693EB025}" srcOrd="0" destOrd="0" presId="urn:microsoft.com/office/officeart/2005/8/layout/vList5"/>
    <dgm:cxn modelId="{6E929BD0-81C8-40F6-BCE2-29158A45C934}" srcId="{3F31BFAB-F993-424C-9670-74AB544C50FE}" destId="{C6FB9A73-90E0-42AB-9C56-690EEB6F1D71}" srcOrd="1" destOrd="0" parTransId="{6E7CF6F2-7819-4CFA-A2A8-BCE3E8D00150}" sibTransId="{51E15FF1-E900-43D0-8C8C-6AB2ADDE6F82}"/>
    <dgm:cxn modelId="{496287D8-FD7A-4A22-A63A-A313A46673CB}" type="presOf" srcId="{A6F60841-20AD-4D95-B822-A90CA853A5B0}" destId="{065B87A1-273F-46F3-BA44-0C4ACCF95142}" srcOrd="0" destOrd="1" presId="urn:microsoft.com/office/officeart/2005/8/layout/vList5"/>
    <dgm:cxn modelId="{6FBB4BDB-E5A5-4C73-88AF-F99C282277F7}" srcId="{2687C708-3169-4EFC-AC1B-C3AD0BE22459}" destId="{89AF5939-0230-4B2D-859C-DE395CCB933E}" srcOrd="1" destOrd="0" parTransId="{4AF92BFB-B02B-4F40-AB1F-D1DC590B1C0C}" sibTransId="{F3790002-B1DE-4EBC-A4B4-9A2C866C8A3D}"/>
    <dgm:cxn modelId="{2DB860E2-6A3B-4B54-BC66-8EBBB49A7B31}" srcId="{3F31BFAB-F993-424C-9670-74AB544C50FE}" destId="{C11C75B1-62B2-4C4E-A1F2-7516F8A141C1}" srcOrd="2" destOrd="0" parTransId="{22477F78-4933-489E-9F2C-DC4DAE854AF1}" sibTransId="{6F558EBB-9542-4C87-B705-C5E8501E9C4A}"/>
    <dgm:cxn modelId="{1E3D11EE-C63C-414C-B7F0-5626A7A22583}" type="presOf" srcId="{3F31BFAB-F993-424C-9670-74AB544C50FE}" destId="{B2703A08-FB3A-432F-AC97-4113DD8C0514}" srcOrd="0" destOrd="0" presId="urn:microsoft.com/office/officeart/2005/8/layout/vList5"/>
    <dgm:cxn modelId="{97434EF0-FB0C-47BE-8DB8-ECB00082B892}" type="presOf" srcId="{C11C75B1-62B2-4C4E-A1F2-7516F8A141C1}" destId="{720E2161-E32A-4898-8EEC-B1EC3A8EBBC7}" srcOrd="0" destOrd="0" presId="urn:microsoft.com/office/officeart/2005/8/layout/vList5"/>
    <dgm:cxn modelId="{9941FCB3-C23A-4247-8716-727AEBD1611B}" type="presParOf" srcId="{B2703A08-FB3A-432F-AC97-4113DD8C0514}" destId="{30AEBCBC-4D22-46DC-A8B9-58E88B7A35A0}" srcOrd="0" destOrd="0" presId="urn:microsoft.com/office/officeart/2005/8/layout/vList5"/>
    <dgm:cxn modelId="{8120E55D-E260-491A-B328-95EC2BDF5F9A}" type="presParOf" srcId="{30AEBCBC-4D22-46DC-A8B9-58E88B7A35A0}" destId="{F3BD8250-6D65-484E-BA5B-583CB9CF087E}" srcOrd="0" destOrd="0" presId="urn:microsoft.com/office/officeart/2005/8/layout/vList5"/>
    <dgm:cxn modelId="{D71ABFFB-6803-4068-BF7B-BDD72342BFC5}" type="presParOf" srcId="{30AEBCBC-4D22-46DC-A8B9-58E88B7A35A0}" destId="{47BD8AE8-93BB-4B8B-A1DE-CAE8693EB025}" srcOrd="1" destOrd="0" presId="urn:microsoft.com/office/officeart/2005/8/layout/vList5"/>
    <dgm:cxn modelId="{F7800BC8-1D9C-4C77-8163-8C01D3F55189}" type="presParOf" srcId="{B2703A08-FB3A-432F-AC97-4113DD8C0514}" destId="{B6BF24D9-C098-4454-944A-42F7B425321D}" srcOrd="1" destOrd="0" presId="urn:microsoft.com/office/officeart/2005/8/layout/vList5"/>
    <dgm:cxn modelId="{65F9766C-F7FE-4786-BD23-628F8C78D3C8}" type="presParOf" srcId="{B2703A08-FB3A-432F-AC97-4113DD8C0514}" destId="{E05FBFBE-4EDB-4900-957A-B4CCA813E719}" srcOrd="2" destOrd="0" presId="urn:microsoft.com/office/officeart/2005/8/layout/vList5"/>
    <dgm:cxn modelId="{B98BD2FD-0329-4323-A248-91A47D4A9EA8}" type="presParOf" srcId="{E05FBFBE-4EDB-4900-957A-B4CCA813E719}" destId="{6A3566EE-BD00-48EC-B985-924CCFE8A8EB}" srcOrd="0" destOrd="0" presId="urn:microsoft.com/office/officeart/2005/8/layout/vList5"/>
    <dgm:cxn modelId="{443CC8C7-5D26-498D-98C7-F938A654049E}" type="presParOf" srcId="{E05FBFBE-4EDB-4900-957A-B4CCA813E719}" destId="{065B87A1-273F-46F3-BA44-0C4ACCF95142}" srcOrd="1" destOrd="0" presId="urn:microsoft.com/office/officeart/2005/8/layout/vList5"/>
    <dgm:cxn modelId="{DF2D289D-AA92-487A-957F-2BF598AFBF00}" type="presParOf" srcId="{B2703A08-FB3A-432F-AC97-4113DD8C0514}" destId="{45831310-D35F-47ED-9981-C70F9FBA749E}" srcOrd="3" destOrd="0" presId="urn:microsoft.com/office/officeart/2005/8/layout/vList5"/>
    <dgm:cxn modelId="{789F6513-60E6-4BFA-B0B1-F65F7BEAF6B7}" type="presParOf" srcId="{B2703A08-FB3A-432F-AC97-4113DD8C0514}" destId="{B7FE118D-C48A-4C7C-BD7C-155FFC03BFB1}" srcOrd="4" destOrd="0" presId="urn:microsoft.com/office/officeart/2005/8/layout/vList5"/>
    <dgm:cxn modelId="{952ED590-9E3E-414D-B29A-5006F60FB2BB}" type="presParOf" srcId="{B7FE118D-C48A-4C7C-BD7C-155FFC03BFB1}" destId="{720E2161-E32A-4898-8EEC-B1EC3A8EBBC7}" srcOrd="0" destOrd="0" presId="urn:microsoft.com/office/officeart/2005/8/layout/vList5"/>
    <dgm:cxn modelId="{179281F8-4488-494C-92A2-C0DC4ECB3A83}" type="presParOf" srcId="{B7FE118D-C48A-4C7C-BD7C-155FFC03BFB1}" destId="{11706692-25A9-4859-90B9-07C8E8CECEB0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24E5B2D-2141-4FAF-906F-1AB64B71ECCD}" type="doc">
      <dgm:prSet loTypeId="urn:microsoft.com/office/officeart/2005/8/layout/hProcess11" loCatId="process" qsTypeId="urn:microsoft.com/office/officeart/2005/8/quickstyle/simple1" qsCatId="simple" csTypeId="urn:microsoft.com/office/officeart/2005/8/colors/accent3_5" csCatId="accent3"/>
      <dgm:spPr/>
      <dgm:t>
        <a:bodyPr/>
        <a:lstStyle/>
        <a:p>
          <a:endParaRPr lang="en-IN"/>
        </a:p>
      </dgm:t>
    </dgm:pt>
    <dgm:pt modelId="{9B7E562A-65BA-4F6E-80C2-6EC9258F708A}">
      <dgm:prSet/>
      <dgm:spPr/>
      <dgm:t>
        <a:bodyPr/>
        <a:lstStyle/>
        <a:p>
          <a:r>
            <a:rPr lang="en-IN"/>
            <a:t>To study cognitive dependence on generative AI systems</a:t>
          </a:r>
        </a:p>
      </dgm:t>
    </dgm:pt>
    <dgm:pt modelId="{A19ACB43-F66A-4ABF-9229-5B614DA6A594}" type="parTrans" cxnId="{8625820B-CADE-4B49-8F94-057F81AC22A6}">
      <dgm:prSet/>
      <dgm:spPr/>
      <dgm:t>
        <a:bodyPr/>
        <a:lstStyle/>
        <a:p>
          <a:endParaRPr lang="en-IN"/>
        </a:p>
      </dgm:t>
    </dgm:pt>
    <dgm:pt modelId="{52E60C35-C044-4E86-BB72-F5E21E0F52FB}" type="sibTrans" cxnId="{8625820B-CADE-4B49-8F94-057F81AC22A6}">
      <dgm:prSet/>
      <dgm:spPr/>
      <dgm:t>
        <a:bodyPr/>
        <a:lstStyle/>
        <a:p>
          <a:endParaRPr lang="en-IN"/>
        </a:p>
      </dgm:t>
    </dgm:pt>
    <dgm:pt modelId="{C0987186-1369-41F7-977F-C78D7E700CAC}">
      <dgm:prSet/>
      <dgm:spPr/>
      <dgm:t>
        <a:bodyPr/>
        <a:lstStyle/>
        <a:p>
          <a:r>
            <a:rPr lang="en-IN"/>
            <a:t>To analyze behavioral deviations linked to AI usage</a:t>
          </a:r>
        </a:p>
      </dgm:t>
    </dgm:pt>
    <dgm:pt modelId="{956AEA8E-6AF0-449A-9146-7BA941666E37}" type="parTrans" cxnId="{C181E120-68E7-4E8F-8763-55C3651FD9BB}">
      <dgm:prSet/>
      <dgm:spPr/>
      <dgm:t>
        <a:bodyPr/>
        <a:lstStyle/>
        <a:p>
          <a:endParaRPr lang="en-IN"/>
        </a:p>
      </dgm:t>
    </dgm:pt>
    <dgm:pt modelId="{DB4F94BB-F695-428C-9F74-2596EDEB8AA5}" type="sibTrans" cxnId="{C181E120-68E7-4E8F-8763-55C3651FD9BB}">
      <dgm:prSet/>
      <dgm:spPr/>
      <dgm:t>
        <a:bodyPr/>
        <a:lstStyle/>
        <a:p>
          <a:endParaRPr lang="en-IN"/>
        </a:p>
      </dgm:t>
    </dgm:pt>
    <dgm:pt modelId="{CB06D3BA-84DE-41CB-85E3-901C3732B663}">
      <dgm:prSet/>
      <dgm:spPr/>
      <dgm:t>
        <a:bodyPr/>
        <a:lstStyle/>
        <a:p>
          <a:r>
            <a:rPr lang="en-IN"/>
            <a:t>To examine emotional reliance on conversational AI</a:t>
          </a:r>
        </a:p>
      </dgm:t>
    </dgm:pt>
    <dgm:pt modelId="{5FC13856-EAAA-4256-A6E0-37B199850C5A}" type="parTrans" cxnId="{62115D80-724B-4BC7-A43A-9DD80F7A9E6C}">
      <dgm:prSet/>
      <dgm:spPr/>
      <dgm:t>
        <a:bodyPr/>
        <a:lstStyle/>
        <a:p>
          <a:endParaRPr lang="en-IN"/>
        </a:p>
      </dgm:t>
    </dgm:pt>
    <dgm:pt modelId="{A913C189-1DD7-48D1-9980-51FFFC555363}" type="sibTrans" cxnId="{62115D80-724B-4BC7-A43A-9DD80F7A9E6C}">
      <dgm:prSet/>
      <dgm:spPr/>
      <dgm:t>
        <a:bodyPr/>
        <a:lstStyle/>
        <a:p>
          <a:endParaRPr lang="en-IN"/>
        </a:p>
      </dgm:t>
    </dgm:pt>
    <dgm:pt modelId="{A37255E1-3B5F-4E39-BD6F-D4FB2ABE80C4}">
      <dgm:prSet/>
      <dgm:spPr/>
      <dgm:t>
        <a:bodyPr/>
        <a:lstStyle/>
        <a:p>
          <a:r>
            <a:rPr lang="en-IN"/>
            <a:t>To propose an analytical research framework</a:t>
          </a:r>
        </a:p>
      </dgm:t>
    </dgm:pt>
    <dgm:pt modelId="{73ED0DCD-1C17-4FC1-81E7-8463238F67A4}" type="parTrans" cxnId="{2DAB9A0A-424D-4D16-B3A1-01D55D005414}">
      <dgm:prSet/>
      <dgm:spPr/>
      <dgm:t>
        <a:bodyPr/>
        <a:lstStyle/>
        <a:p>
          <a:endParaRPr lang="en-IN"/>
        </a:p>
      </dgm:t>
    </dgm:pt>
    <dgm:pt modelId="{3253131E-CFAA-4F9E-81D1-5E2BADAA7F22}" type="sibTrans" cxnId="{2DAB9A0A-424D-4D16-B3A1-01D55D005414}">
      <dgm:prSet/>
      <dgm:spPr/>
      <dgm:t>
        <a:bodyPr/>
        <a:lstStyle/>
        <a:p>
          <a:endParaRPr lang="en-IN"/>
        </a:p>
      </dgm:t>
    </dgm:pt>
    <dgm:pt modelId="{F9FB0BD4-CCCC-4542-B0B0-EC7D56687277}" type="pres">
      <dgm:prSet presAssocID="{524E5B2D-2141-4FAF-906F-1AB64B71ECCD}" presName="Name0" presStyleCnt="0">
        <dgm:presLayoutVars>
          <dgm:dir/>
          <dgm:resizeHandles val="exact"/>
        </dgm:presLayoutVars>
      </dgm:prSet>
      <dgm:spPr/>
    </dgm:pt>
    <dgm:pt modelId="{622BCF1A-6046-4302-8F3A-1E4EE6050E02}" type="pres">
      <dgm:prSet presAssocID="{524E5B2D-2141-4FAF-906F-1AB64B71ECCD}" presName="arrow" presStyleLbl="bgShp" presStyleIdx="0" presStyleCnt="1"/>
      <dgm:spPr/>
    </dgm:pt>
    <dgm:pt modelId="{BC75FA95-22CE-4FCC-ABED-81CEB50F7747}" type="pres">
      <dgm:prSet presAssocID="{524E5B2D-2141-4FAF-906F-1AB64B71ECCD}" presName="points" presStyleCnt="0"/>
      <dgm:spPr/>
    </dgm:pt>
    <dgm:pt modelId="{5D1F00E7-A824-4D89-9A81-8F548132A2A8}" type="pres">
      <dgm:prSet presAssocID="{9B7E562A-65BA-4F6E-80C2-6EC9258F708A}" presName="compositeA" presStyleCnt="0"/>
      <dgm:spPr/>
    </dgm:pt>
    <dgm:pt modelId="{B1FD2675-C718-443A-9145-B3D1751843AE}" type="pres">
      <dgm:prSet presAssocID="{9B7E562A-65BA-4F6E-80C2-6EC9258F708A}" presName="textA" presStyleLbl="revTx" presStyleIdx="0" presStyleCnt="4">
        <dgm:presLayoutVars>
          <dgm:bulletEnabled val="1"/>
        </dgm:presLayoutVars>
      </dgm:prSet>
      <dgm:spPr/>
    </dgm:pt>
    <dgm:pt modelId="{DBEC0389-CE5F-49E7-A0B5-2BE649FC336E}" type="pres">
      <dgm:prSet presAssocID="{9B7E562A-65BA-4F6E-80C2-6EC9258F708A}" presName="circleA" presStyleLbl="node1" presStyleIdx="0" presStyleCnt="4"/>
      <dgm:spPr/>
    </dgm:pt>
    <dgm:pt modelId="{D8591162-5E08-45EF-8AEB-325F3FC63269}" type="pres">
      <dgm:prSet presAssocID="{9B7E562A-65BA-4F6E-80C2-6EC9258F708A}" presName="spaceA" presStyleCnt="0"/>
      <dgm:spPr/>
    </dgm:pt>
    <dgm:pt modelId="{457C0B5D-C87F-4D2B-BEC7-95AD4F567418}" type="pres">
      <dgm:prSet presAssocID="{52E60C35-C044-4E86-BB72-F5E21E0F52FB}" presName="space" presStyleCnt="0"/>
      <dgm:spPr/>
    </dgm:pt>
    <dgm:pt modelId="{E06BBD91-9703-43FB-BB3F-5B4C06F0BCCE}" type="pres">
      <dgm:prSet presAssocID="{C0987186-1369-41F7-977F-C78D7E700CAC}" presName="compositeB" presStyleCnt="0"/>
      <dgm:spPr/>
    </dgm:pt>
    <dgm:pt modelId="{6467CA0B-D0E6-4277-8546-D66F61BDCC64}" type="pres">
      <dgm:prSet presAssocID="{C0987186-1369-41F7-977F-C78D7E700CAC}" presName="textB" presStyleLbl="revTx" presStyleIdx="1" presStyleCnt="4">
        <dgm:presLayoutVars>
          <dgm:bulletEnabled val="1"/>
        </dgm:presLayoutVars>
      </dgm:prSet>
      <dgm:spPr/>
    </dgm:pt>
    <dgm:pt modelId="{D99B81B6-E97B-4BD1-83EC-9AA89AF98D01}" type="pres">
      <dgm:prSet presAssocID="{C0987186-1369-41F7-977F-C78D7E700CAC}" presName="circleB" presStyleLbl="node1" presStyleIdx="1" presStyleCnt="4"/>
      <dgm:spPr/>
    </dgm:pt>
    <dgm:pt modelId="{27E990F5-D7B1-4194-8139-48A671A7F86B}" type="pres">
      <dgm:prSet presAssocID="{C0987186-1369-41F7-977F-C78D7E700CAC}" presName="spaceB" presStyleCnt="0"/>
      <dgm:spPr/>
    </dgm:pt>
    <dgm:pt modelId="{A96ED616-3FAF-4549-A7E2-C07B1ACF003F}" type="pres">
      <dgm:prSet presAssocID="{DB4F94BB-F695-428C-9F74-2596EDEB8AA5}" presName="space" presStyleCnt="0"/>
      <dgm:spPr/>
    </dgm:pt>
    <dgm:pt modelId="{6728FDD9-7063-4E67-ACA9-BE58115350B9}" type="pres">
      <dgm:prSet presAssocID="{CB06D3BA-84DE-41CB-85E3-901C3732B663}" presName="compositeA" presStyleCnt="0"/>
      <dgm:spPr/>
    </dgm:pt>
    <dgm:pt modelId="{18C1A4B5-57EE-4823-A801-53085B95FDB2}" type="pres">
      <dgm:prSet presAssocID="{CB06D3BA-84DE-41CB-85E3-901C3732B663}" presName="textA" presStyleLbl="revTx" presStyleIdx="2" presStyleCnt="4">
        <dgm:presLayoutVars>
          <dgm:bulletEnabled val="1"/>
        </dgm:presLayoutVars>
      </dgm:prSet>
      <dgm:spPr/>
    </dgm:pt>
    <dgm:pt modelId="{B3F7C447-27EC-4240-ACBF-123A57AA1DCF}" type="pres">
      <dgm:prSet presAssocID="{CB06D3BA-84DE-41CB-85E3-901C3732B663}" presName="circleA" presStyleLbl="node1" presStyleIdx="2" presStyleCnt="4"/>
      <dgm:spPr/>
    </dgm:pt>
    <dgm:pt modelId="{F11E83BA-52F3-4DFC-8D91-1067F20D049A}" type="pres">
      <dgm:prSet presAssocID="{CB06D3BA-84DE-41CB-85E3-901C3732B663}" presName="spaceA" presStyleCnt="0"/>
      <dgm:spPr/>
    </dgm:pt>
    <dgm:pt modelId="{7DE96DDC-B05F-4B56-B876-187E1C18C90D}" type="pres">
      <dgm:prSet presAssocID="{A913C189-1DD7-48D1-9980-51FFFC555363}" presName="space" presStyleCnt="0"/>
      <dgm:spPr/>
    </dgm:pt>
    <dgm:pt modelId="{CFFF0763-6925-40D4-A270-0A2C65ECFC09}" type="pres">
      <dgm:prSet presAssocID="{A37255E1-3B5F-4E39-BD6F-D4FB2ABE80C4}" presName="compositeB" presStyleCnt="0"/>
      <dgm:spPr/>
    </dgm:pt>
    <dgm:pt modelId="{6640AA07-16FD-4AEC-84ED-A989E5CCBE92}" type="pres">
      <dgm:prSet presAssocID="{A37255E1-3B5F-4E39-BD6F-D4FB2ABE80C4}" presName="textB" presStyleLbl="revTx" presStyleIdx="3" presStyleCnt="4">
        <dgm:presLayoutVars>
          <dgm:bulletEnabled val="1"/>
        </dgm:presLayoutVars>
      </dgm:prSet>
      <dgm:spPr/>
    </dgm:pt>
    <dgm:pt modelId="{FC43CC6F-F8DA-4256-9838-966C1B7FC279}" type="pres">
      <dgm:prSet presAssocID="{A37255E1-3B5F-4E39-BD6F-D4FB2ABE80C4}" presName="circleB" presStyleLbl="node1" presStyleIdx="3" presStyleCnt="4"/>
      <dgm:spPr/>
    </dgm:pt>
    <dgm:pt modelId="{B6A49FA4-FE54-4822-8113-6C5CEAC2DF86}" type="pres">
      <dgm:prSet presAssocID="{A37255E1-3B5F-4E39-BD6F-D4FB2ABE80C4}" presName="spaceB" presStyleCnt="0"/>
      <dgm:spPr/>
    </dgm:pt>
  </dgm:ptLst>
  <dgm:cxnLst>
    <dgm:cxn modelId="{2DAB9A0A-424D-4D16-B3A1-01D55D005414}" srcId="{524E5B2D-2141-4FAF-906F-1AB64B71ECCD}" destId="{A37255E1-3B5F-4E39-BD6F-D4FB2ABE80C4}" srcOrd="3" destOrd="0" parTransId="{73ED0DCD-1C17-4FC1-81E7-8463238F67A4}" sibTransId="{3253131E-CFAA-4F9E-81D1-5E2BADAA7F22}"/>
    <dgm:cxn modelId="{8625820B-CADE-4B49-8F94-057F81AC22A6}" srcId="{524E5B2D-2141-4FAF-906F-1AB64B71ECCD}" destId="{9B7E562A-65BA-4F6E-80C2-6EC9258F708A}" srcOrd="0" destOrd="0" parTransId="{A19ACB43-F66A-4ABF-9229-5B614DA6A594}" sibTransId="{52E60C35-C044-4E86-BB72-F5E21E0F52FB}"/>
    <dgm:cxn modelId="{C181E120-68E7-4E8F-8763-55C3651FD9BB}" srcId="{524E5B2D-2141-4FAF-906F-1AB64B71ECCD}" destId="{C0987186-1369-41F7-977F-C78D7E700CAC}" srcOrd="1" destOrd="0" parTransId="{956AEA8E-6AF0-449A-9146-7BA941666E37}" sibTransId="{DB4F94BB-F695-428C-9F74-2596EDEB8AA5}"/>
    <dgm:cxn modelId="{5522BB45-38E6-4545-9849-305A5D1CAA4C}" type="presOf" srcId="{CB06D3BA-84DE-41CB-85E3-901C3732B663}" destId="{18C1A4B5-57EE-4823-A801-53085B95FDB2}" srcOrd="0" destOrd="0" presId="urn:microsoft.com/office/officeart/2005/8/layout/hProcess11"/>
    <dgm:cxn modelId="{D98B7457-94E2-4325-B05D-B4CD892FE258}" type="presOf" srcId="{A37255E1-3B5F-4E39-BD6F-D4FB2ABE80C4}" destId="{6640AA07-16FD-4AEC-84ED-A989E5CCBE92}" srcOrd="0" destOrd="0" presId="urn:microsoft.com/office/officeart/2005/8/layout/hProcess11"/>
    <dgm:cxn modelId="{8F550C7B-E321-4EC7-8F62-5D4E84A7E883}" type="presOf" srcId="{C0987186-1369-41F7-977F-C78D7E700CAC}" destId="{6467CA0B-D0E6-4277-8546-D66F61BDCC64}" srcOrd="0" destOrd="0" presId="urn:microsoft.com/office/officeart/2005/8/layout/hProcess11"/>
    <dgm:cxn modelId="{62115D80-724B-4BC7-A43A-9DD80F7A9E6C}" srcId="{524E5B2D-2141-4FAF-906F-1AB64B71ECCD}" destId="{CB06D3BA-84DE-41CB-85E3-901C3732B663}" srcOrd="2" destOrd="0" parTransId="{5FC13856-EAAA-4256-A6E0-37B199850C5A}" sibTransId="{A913C189-1DD7-48D1-9980-51FFFC555363}"/>
    <dgm:cxn modelId="{19CC5491-15CA-4081-96F1-6335A7DF88F5}" type="presOf" srcId="{524E5B2D-2141-4FAF-906F-1AB64B71ECCD}" destId="{F9FB0BD4-CCCC-4542-B0B0-EC7D56687277}" srcOrd="0" destOrd="0" presId="urn:microsoft.com/office/officeart/2005/8/layout/hProcess11"/>
    <dgm:cxn modelId="{1C66E7CD-671F-4524-8BCD-157BC8694EF6}" type="presOf" srcId="{9B7E562A-65BA-4F6E-80C2-6EC9258F708A}" destId="{B1FD2675-C718-443A-9145-B3D1751843AE}" srcOrd="0" destOrd="0" presId="urn:microsoft.com/office/officeart/2005/8/layout/hProcess11"/>
    <dgm:cxn modelId="{61A75563-C89D-41CF-A569-EF75215D1B2F}" type="presParOf" srcId="{F9FB0BD4-CCCC-4542-B0B0-EC7D56687277}" destId="{622BCF1A-6046-4302-8F3A-1E4EE6050E02}" srcOrd="0" destOrd="0" presId="urn:microsoft.com/office/officeart/2005/8/layout/hProcess11"/>
    <dgm:cxn modelId="{02B29E89-FBA2-445E-8392-BB5A0FF5E0B7}" type="presParOf" srcId="{F9FB0BD4-CCCC-4542-B0B0-EC7D56687277}" destId="{BC75FA95-22CE-4FCC-ABED-81CEB50F7747}" srcOrd="1" destOrd="0" presId="urn:microsoft.com/office/officeart/2005/8/layout/hProcess11"/>
    <dgm:cxn modelId="{AD8EB2CF-0E94-4A67-BC64-9F7571DA666F}" type="presParOf" srcId="{BC75FA95-22CE-4FCC-ABED-81CEB50F7747}" destId="{5D1F00E7-A824-4D89-9A81-8F548132A2A8}" srcOrd="0" destOrd="0" presId="urn:microsoft.com/office/officeart/2005/8/layout/hProcess11"/>
    <dgm:cxn modelId="{9C557F84-C944-4173-A653-5832CB515970}" type="presParOf" srcId="{5D1F00E7-A824-4D89-9A81-8F548132A2A8}" destId="{B1FD2675-C718-443A-9145-B3D1751843AE}" srcOrd="0" destOrd="0" presId="urn:microsoft.com/office/officeart/2005/8/layout/hProcess11"/>
    <dgm:cxn modelId="{500A410F-50B8-4884-82E4-7AA5C1AD0884}" type="presParOf" srcId="{5D1F00E7-A824-4D89-9A81-8F548132A2A8}" destId="{DBEC0389-CE5F-49E7-A0B5-2BE649FC336E}" srcOrd="1" destOrd="0" presId="urn:microsoft.com/office/officeart/2005/8/layout/hProcess11"/>
    <dgm:cxn modelId="{433E76E0-F3D3-4EDC-9E86-FD59A78DC0E5}" type="presParOf" srcId="{5D1F00E7-A824-4D89-9A81-8F548132A2A8}" destId="{D8591162-5E08-45EF-8AEB-325F3FC63269}" srcOrd="2" destOrd="0" presId="urn:microsoft.com/office/officeart/2005/8/layout/hProcess11"/>
    <dgm:cxn modelId="{27C4B250-DA63-4C48-B7AD-AF41045DA0AE}" type="presParOf" srcId="{BC75FA95-22CE-4FCC-ABED-81CEB50F7747}" destId="{457C0B5D-C87F-4D2B-BEC7-95AD4F567418}" srcOrd="1" destOrd="0" presId="urn:microsoft.com/office/officeart/2005/8/layout/hProcess11"/>
    <dgm:cxn modelId="{6D274F91-102E-48D5-A934-88E4B5CEC555}" type="presParOf" srcId="{BC75FA95-22CE-4FCC-ABED-81CEB50F7747}" destId="{E06BBD91-9703-43FB-BB3F-5B4C06F0BCCE}" srcOrd="2" destOrd="0" presId="urn:microsoft.com/office/officeart/2005/8/layout/hProcess11"/>
    <dgm:cxn modelId="{02353C01-AC52-4C61-889E-27403DF9F09D}" type="presParOf" srcId="{E06BBD91-9703-43FB-BB3F-5B4C06F0BCCE}" destId="{6467CA0B-D0E6-4277-8546-D66F61BDCC64}" srcOrd="0" destOrd="0" presId="urn:microsoft.com/office/officeart/2005/8/layout/hProcess11"/>
    <dgm:cxn modelId="{590750EB-7432-4D12-BA99-C51AD62E3E75}" type="presParOf" srcId="{E06BBD91-9703-43FB-BB3F-5B4C06F0BCCE}" destId="{D99B81B6-E97B-4BD1-83EC-9AA89AF98D01}" srcOrd="1" destOrd="0" presId="urn:microsoft.com/office/officeart/2005/8/layout/hProcess11"/>
    <dgm:cxn modelId="{D1808B10-51B6-46F4-A816-1506044B86A3}" type="presParOf" srcId="{E06BBD91-9703-43FB-BB3F-5B4C06F0BCCE}" destId="{27E990F5-D7B1-4194-8139-48A671A7F86B}" srcOrd="2" destOrd="0" presId="urn:microsoft.com/office/officeart/2005/8/layout/hProcess11"/>
    <dgm:cxn modelId="{8FBB0ACD-B5C8-499B-9513-C0CF26B924BC}" type="presParOf" srcId="{BC75FA95-22CE-4FCC-ABED-81CEB50F7747}" destId="{A96ED616-3FAF-4549-A7E2-C07B1ACF003F}" srcOrd="3" destOrd="0" presId="urn:microsoft.com/office/officeart/2005/8/layout/hProcess11"/>
    <dgm:cxn modelId="{A1A1B6DB-94EE-465A-A50F-0C405BF356B5}" type="presParOf" srcId="{BC75FA95-22CE-4FCC-ABED-81CEB50F7747}" destId="{6728FDD9-7063-4E67-ACA9-BE58115350B9}" srcOrd="4" destOrd="0" presId="urn:microsoft.com/office/officeart/2005/8/layout/hProcess11"/>
    <dgm:cxn modelId="{DCF3B53C-6EB2-4934-9302-000E6518D5E3}" type="presParOf" srcId="{6728FDD9-7063-4E67-ACA9-BE58115350B9}" destId="{18C1A4B5-57EE-4823-A801-53085B95FDB2}" srcOrd="0" destOrd="0" presId="urn:microsoft.com/office/officeart/2005/8/layout/hProcess11"/>
    <dgm:cxn modelId="{99F618D5-9E54-4863-ADA0-66B337095E30}" type="presParOf" srcId="{6728FDD9-7063-4E67-ACA9-BE58115350B9}" destId="{B3F7C447-27EC-4240-ACBF-123A57AA1DCF}" srcOrd="1" destOrd="0" presId="urn:microsoft.com/office/officeart/2005/8/layout/hProcess11"/>
    <dgm:cxn modelId="{C5E42638-DDBC-4A8D-B1A5-09394C924FDC}" type="presParOf" srcId="{6728FDD9-7063-4E67-ACA9-BE58115350B9}" destId="{F11E83BA-52F3-4DFC-8D91-1067F20D049A}" srcOrd="2" destOrd="0" presId="urn:microsoft.com/office/officeart/2005/8/layout/hProcess11"/>
    <dgm:cxn modelId="{13C0FA44-7A2D-4999-AB69-2C741823D32C}" type="presParOf" srcId="{BC75FA95-22CE-4FCC-ABED-81CEB50F7747}" destId="{7DE96DDC-B05F-4B56-B876-187E1C18C90D}" srcOrd="5" destOrd="0" presId="urn:microsoft.com/office/officeart/2005/8/layout/hProcess11"/>
    <dgm:cxn modelId="{522A79C1-7F1B-4A4E-9469-D229B8CDADEE}" type="presParOf" srcId="{BC75FA95-22CE-4FCC-ABED-81CEB50F7747}" destId="{CFFF0763-6925-40D4-A270-0A2C65ECFC09}" srcOrd="6" destOrd="0" presId="urn:microsoft.com/office/officeart/2005/8/layout/hProcess11"/>
    <dgm:cxn modelId="{3067844C-B481-4FDE-BDDD-CD04EA32BACD}" type="presParOf" srcId="{CFFF0763-6925-40D4-A270-0A2C65ECFC09}" destId="{6640AA07-16FD-4AEC-84ED-A989E5CCBE92}" srcOrd="0" destOrd="0" presId="urn:microsoft.com/office/officeart/2005/8/layout/hProcess11"/>
    <dgm:cxn modelId="{052C566B-3C0A-426D-A90E-8087319F27A6}" type="presParOf" srcId="{CFFF0763-6925-40D4-A270-0A2C65ECFC09}" destId="{FC43CC6F-F8DA-4256-9838-966C1B7FC279}" srcOrd="1" destOrd="0" presId="urn:microsoft.com/office/officeart/2005/8/layout/hProcess11"/>
    <dgm:cxn modelId="{F2F1DA6F-E278-46E8-9D74-01A3F77B415B}" type="presParOf" srcId="{CFFF0763-6925-40D4-A270-0A2C65ECFC09}" destId="{B6A49FA4-FE54-4822-8113-6C5CEAC2DF86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670ED51-C00D-4931-BEF1-EA41D9188655}" type="doc">
      <dgm:prSet loTypeId="urn:microsoft.com/office/officeart/2005/8/layout/chevron1" loCatId="process" qsTypeId="urn:microsoft.com/office/officeart/2005/8/quickstyle/simple1" qsCatId="simple" csTypeId="urn:microsoft.com/office/officeart/2005/8/colors/accent3_5" csCatId="accent3"/>
      <dgm:spPr/>
      <dgm:t>
        <a:bodyPr/>
        <a:lstStyle/>
        <a:p>
          <a:endParaRPr lang="en-IN"/>
        </a:p>
      </dgm:t>
    </dgm:pt>
    <dgm:pt modelId="{6E0B9F59-58A2-45E8-8CF6-5FDB53D9CD10}">
      <dgm:prSet/>
      <dgm:spPr/>
      <dgm:t>
        <a:bodyPr/>
        <a:lstStyle/>
        <a:p>
          <a:r>
            <a:rPr lang="en-IN" dirty="0"/>
            <a:t>Increased cognitive offloading observed among students</a:t>
          </a:r>
        </a:p>
      </dgm:t>
    </dgm:pt>
    <dgm:pt modelId="{51820341-F48C-46AD-A70D-DD77746D4FA8}" type="parTrans" cxnId="{40EAC4F0-509E-48CB-BFA7-944939853379}">
      <dgm:prSet/>
      <dgm:spPr/>
      <dgm:t>
        <a:bodyPr/>
        <a:lstStyle/>
        <a:p>
          <a:endParaRPr lang="en-IN"/>
        </a:p>
      </dgm:t>
    </dgm:pt>
    <dgm:pt modelId="{910BE268-6260-4D3F-A6B9-317070F68EF1}" type="sibTrans" cxnId="{40EAC4F0-509E-48CB-BFA7-944939853379}">
      <dgm:prSet/>
      <dgm:spPr/>
      <dgm:t>
        <a:bodyPr/>
        <a:lstStyle/>
        <a:p>
          <a:endParaRPr lang="en-IN"/>
        </a:p>
      </dgm:t>
    </dgm:pt>
    <dgm:pt modelId="{CE1A381B-C7D5-4364-809C-A7708CE5A939}">
      <dgm:prSet/>
      <dgm:spPr/>
      <dgm:t>
        <a:bodyPr/>
        <a:lstStyle/>
        <a:p>
          <a:r>
            <a:rPr lang="en-IN"/>
            <a:t>Reduced problem-solving initiative without AI tools</a:t>
          </a:r>
        </a:p>
      </dgm:t>
    </dgm:pt>
    <dgm:pt modelId="{E4633A96-9DB2-4269-82ED-E82A28EC5BE7}" type="parTrans" cxnId="{1A83D84E-1D1B-4AFD-B5E0-5491DF2A2BAC}">
      <dgm:prSet/>
      <dgm:spPr/>
      <dgm:t>
        <a:bodyPr/>
        <a:lstStyle/>
        <a:p>
          <a:endParaRPr lang="en-IN"/>
        </a:p>
      </dgm:t>
    </dgm:pt>
    <dgm:pt modelId="{608C2BA9-4A70-44C4-80C5-99F2B627FAA3}" type="sibTrans" cxnId="{1A83D84E-1D1B-4AFD-B5E0-5491DF2A2BAC}">
      <dgm:prSet/>
      <dgm:spPr/>
      <dgm:t>
        <a:bodyPr/>
        <a:lstStyle/>
        <a:p>
          <a:endParaRPr lang="en-IN"/>
        </a:p>
      </dgm:t>
    </dgm:pt>
    <dgm:pt modelId="{9F16A1CF-BAB9-444F-B67D-6E414443D5FA}">
      <dgm:prSet/>
      <dgm:spPr/>
      <dgm:t>
        <a:bodyPr/>
        <a:lstStyle/>
        <a:p>
          <a:r>
            <a:rPr lang="en-IN"/>
            <a:t>Emotional dependency in prolonged AI interactions</a:t>
          </a:r>
        </a:p>
      </dgm:t>
    </dgm:pt>
    <dgm:pt modelId="{0118BEA1-1967-4CAA-BAE6-2C87B4B969CF}" type="parTrans" cxnId="{05660B5F-191A-4655-B18E-C99D75D27518}">
      <dgm:prSet/>
      <dgm:spPr/>
      <dgm:t>
        <a:bodyPr/>
        <a:lstStyle/>
        <a:p>
          <a:endParaRPr lang="en-IN"/>
        </a:p>
      </dgm:t>
    </dgm:pt>
    <dgm:pt modelId="{14D6589D-12A3-4F24-B8F2-9E3241CEB311}" type="sibTrans" cxnId="{05660B5F-191A-4655-B18E-C99D75D27518}">
      <dgm:prSet/>
      <dgm:spPr/>
      <dgm:t>
        <a:bodyPr/>
        <a:lstStyle/>
        <a:p>
          <a:endParaRPr lang="en-IN"/>
        </a:p>
      </dgm:t>
    </dgm:pt>
    <dgm:pt modelId="{F9100D50-5A5E-489B-B909-5802D156383A}">
      <dgm:prSet/>
      <dgm:spPr/>
      <dgm:t>
        <a:bodyPr/>
        <a:lstStyle/>
        <a:p>
          <a:r>
            <a:rPr lang="en-IN"/>
            <a:t>Normalization of AI-generated inaccuracies</a:t>
          </a:r>
        </a:p>
      </dgm:t>
    </dgm:pt>
    <dgm:pt modelId="{583F5DC5-8276-41D5-AA00-919AAC604ED0}" type="parTrans" cxnId="{A101EF5B-CD7A-4DB6-A8AD-5907AC7FA899}">
      <dgm:prSet/>
      <dgm:spPr/>
      <dgm:t>
        <a:bodyPr/>
        <a:lstStyle/>
        <a:p>
          <a:endParaRPr lang="en-IN"/>
        </a:p>
      </dgm:t>
    </dgm:pt>
    <dgm:pt modelId="{0D930199-1AB6-4BB6-8B48-6EE40DA5DDC2}" type="sibTrans" cxnId="{A101EF5B-CD7A-4DB6-A8AD-5907AC7FA899}">
      <dgm:prSet/>
      <dgm:spPr/>
      <dgm:t>
        <a:bodyPr/>
        <a:lstStyle/>
        <a:p>
          <a:endParaRPr lang="en-IN"/>
        </a:p>
      </dgm:t>
    </dgm:pt>
    <dgm:pt modelId="{DC3968CF-CE8F-4763-8270-B36B38A3BF51}" type="pres">
      <dgm:prSet presAssocID="{4670ED51-C00D-4931-BEF1-EA41D9188655}" presName="Name0" presStyleCnt="0">
        <dgm:presLayoutVars>
          <dgm:dir/>
          <dgm:animLvl val="lvl"/>
          <dgm:resizeHandles val="exact"/>
        </dgm:presLayoutVars>
      </dgm:prSet>
      <dgm:spPr/>
    </dgm:pt>
    <dgm:pt modelId="{075520EB-3666-40D0-8B0B-EEE86FB4F20B}" type="pres">
      <dgm:prSet presAssocID="{6E0B9F59-58A2-45E8-8CF6-5FDB53D9CD10}" presName="parTxOnly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2A4D9EEB-DCF3-4A8C-AADF-8FBB3A1A7D38}" type="pres">
      <dgm:prSet presAssocID="{910BE268-6260-4D3F-A6B9-317070F68EF1}" presName="parTxOnlySpace" presStyleCnt="0"/>
      <dgm:spPr/>
    </dgm:pt>
    <dgm:pt modelId="{3C93252E-1AA5-42FD-92D5-FDB1BC1FDFDF}" type="pres">
      <dgm:prSet presAssocID="{CE1A381B-C7D5-4364-809C-A7708CE5A939}" presName="parTxOnly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364DFD6D-9011-4AA5-BAEC-1D306795A34B}" type="pres">
      <dgm:prSet presAssocID="{608C2BA9-4A70-44C4-80C5-99F2B627FAA3}" presName="parTxOnlySpace" presStyleCnt="0"/>
      <dgm:spPr/>
    </dgm:pt>
    <dgm:pt modelId="{47D8588A-B511-4CF0-8272-55383D63DC78}" type="pres">
      <dgm:prSet presAssocID="{9F16A1CF-BAB9-444F-B67D-6E414443D5FA}" presName="parTxOnly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B196AD0C-A32C-4FB5-82EE-82ADC154A483}" type="pres">
      <dgm:prSet presAssocID="{14D6589D-12A3-4F24-B8F2-9E3241CEB311}" presName="parTxOnlySpace" presStyleCnt="0"/>
      <dgm:spPr/>
    </dgm:pt>
    <dgm:pt modelId="{64FE19B4-D227-4DB0-8640-DE2675BAC7D5}" type="pres">
      <dgm:prSet presAssocID="{F9100D50-5A5E-489B-B909-5802D156383A}" presName="parTxOnly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B301D23A-1BAB-4D77-9DC2-40EEB35A11BE}" type="presOf" srcId="{4670ED51-C00D-4931-BEF1-EA41D9188655}" destId="{DC3968CF-CE8F-4763-8270-B36B38A3BF51}" srcOrd="0" destOrd="0" presId="urn:microsoft.com/office/officeart/2005/8/layout/chevron1"/>
    <dgm:cxn modelId="{A101EF5B-CD7A-4DB6-A8AD-5907AC7FA899}" srcId="{4670ED51-C00D-4931-BEF1-EA41D9188655}" destId="{F9100D50-5A5E-489B-B909-5802D156383A}" srcOrd="3" destOrd="0" parTransId="{583F5DC5-8276-41D5-AA00-919AAC604ED0}" sibTransId="{0D930199-1AB6-4BB6-8B48-6EE40DA5DDC2}"/>
    <dgm:cxn modelId="{05660B5F-191A-4655-B18E-C99D75D27518}" srcId="{4670ED51-C00D-4931-BEF1-EA41D9188655}" destId="{9F16A1CF-BAB9-444F-B67D-6E414443D5FA}" srcOrd="2" destOrd="0" parTransId="{0118BEA1-1967-4CAA-BAE6-2C87B4B969CF}" sibTransId="{14D6589D-12A3-4F24-B8F2-9E3241CEB311}"/>
    <dgm:cxn modelId="{AFBB7149-C2ED-4CD5-9523-B301A06E6EE6}" type="presOf" srcId="{6E0B9F59-58A2-45E8-8CF6-5FDB53D9CD10}" destId="{075520EB-3666-40D0-8B0B-EEE86FB4F20B}" srcOrd="0" destOrd="0" presId="urn:microsoft.com/office/officeart/2005/8/layout/chevron1"/>
    <dgm:cxn modelId="{1A83D84E-1D1B-4AFD-B5E0-5491DF2A2BAC}" srcId="{4670ED51-C00D-4931-BEF1-EA41D9188655}" destId="{CE1A381B-C7D5-4364-809C-A7708CE5A939}" srcOrd="1" destOrd="0" parTransId="{E4633A96-9DB2-4269-82ED-E82A28EC5BE7}" sibTransId="{608C2BA9-4A70-44C4-80C5-99F2B627FAA3}"/>
    <dgm:cxn modelId="{5DA9AB75-9B54-4E3A-8B79-B87A7BDAF208}" type="presOf" srcId="{F9100D50-5A5E-489B-B909-5802D156383A}" destId="{64FE19B4-D227-4DB0-8640-DE2675BAC7D5}" srcOrd="0" destOrd="0" presId="urn:microsoft.com/office/officeart/2005/8/layout/chevron1"/>
    <dgm:cxn modelId="{C41D3657-2A4D-41AE-B16A-5DD2B2242576}" type="presOf" srcId="{CE1A381B-C7D5-4364-809C-A7708CE5A939}" destId="{3C93252E-1AA5-42FD-92D5-FDB1BC1FDFDF}" srcOrd="0" destOrd="0" presId="urn:microsoft.com/office/officeart/2005/8/layout/chevron1"/>
    <dgm:cxn modelId="{3BADE9DC-9FDC-4046-8551-1693E071DBEB}" type="presOf" srcId="{9F16A1CF-BAB9-444F-B67D-6E414443D5FA}" destId="{47D8588A-B511-4CF0-8272-55383D63DC78}" srcOrd="0" destOrd="0" presId="urn:microsoft.com/office/officeart/2005/8/layout/chevron1"/>
    <dgm:cxn modelId="{40EAC4F0-509E-48CB-BFA7-944939853379}" srcId="{4670ED51-C00D-4931-BEF1-EA41D9188655}" destId="{6E0B9F59-58A2-45E8-8CF6-5FDB53D9CD10}" srcOrd="0" destOrd="0" parTransId="{51820341-F48C-46AD-A70D-DD77746D4FA8}" sibTransId="{910BE268-6260-4D3F-A6B9-317070F68EF1}"/>
    <dgm:cxn modelId="{B9ED501C-8E9D-4553-864A-04310E6E3586}" type="presParOf" srcId="{DC3968CF-CE8F-4763-8270-B36B38A3BF51}" destId="{075520EB-3666-40D0-8B0B-EEE86FB4F20B}" srcOrd="0" destOrd="0" presId="urn:microsoft.com/office/officeart/2005/8/layout/chevron1"/>
    <dgm:cxn modelId="{6C6AB614-D5CC-48D2-9487-DF794AC82847}" type="presParOf" srcId="{DC3968CF-CE8F-4763-8270-B36B38A3BF51}" destId="{2A4D9EEB-DCF3-4A8C-AADF-8FBB3A1A7D38}" srcOrd="1" destOrd="0" presId="urn:microsoft.com/office/officeart/2005/8/layout/chevron1"/>
    <dgm:cxn modelId="{5C948D4C-2D9F-4FC2-8175-84548BEA7C0C}" type="presParOf" srcId="{DC3968CF-CE8F-4763-8270-B36B38A3BF51}" destId="{3C93252E-1AA5-42FD-92D5-FDB1BC1FDFDF}" srcOrd="2" destOrd="0" presId="urn:microsoft.com/office/officeart/2005/8/layout/chevron1"/>
    <dgm:cxn modelId="{87424BC6-54BB-4838-A427-A3E8BD741AA4}" type="presParOf" srcId="{DC3968CF-CE8F-4763-8270-B36B38A3BF51}" destId="{364DFD6D-9011-4AA5-BAEC-1D306795A34B}" srcOrd="3" destOrd="0" presId="urn:microsoft.com/office/officeart/2005/8/layout/chevron1"/>
    <dgm:cxn modelId="{A7DBEA0E-FA87-440E-8588-CA651251B1D7}" type="presParOf" srcId="{DC3968CF-CE8F-4763-8270-B36B38A3BF51}" destId="{47D8588A-B511-4CF0-8272-55383D63DC78}" srcOrd="4" destOrd="0" presId="urn:microsoft.com/office/officeart/2005/8/layout/chevron1"/>
    <dgm:cxn modelId="{E5554857-3D39-4BB3-88D0-214C1E024500}" type="presParOf" srcId="{DC3968CF-CE8F-4763-8270-B36B38A3BF51}" destId="{B196AD0C-A32C-4FB5-82EE-82ADC154A483}" srcOrd="5" destOrd="0" presId="urn:microsoft.com/office/officeart/2005/8/layout/chevron1"/>
    <dgm:cxn modelId="{1E5C711A-1FE1-4EA1-806E-2FAF56082A53}" type="presParOf" srcId="{DC3968CF-CE8F-4763-8270-B36B38A3BF51}" destId="{64FE19B4-D227-4DB0-8640-DE2675BAC7D5}" srcOrd="6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F932F171-A556-4BB0-AA26-CC309B1E0BC7}" type="doc">
      <dgm:prSet loTypeId="urn:microsoft.com/office/officeart/2005/8/layout/venn1" loCatId="relationship" qsTypeId="urn:microsoft.com/office/officeart/2005/8/quickstyle/simple1" qsCatId="simple" csTypeId="urn:microsoft.com/office/officeart/2005/8/colors/accent3_5" csCatId="accent3" phldr="1"/>
      <dgm:spPr/>
      <dgm:t>
        <a:bodyPr/>
        <a:lstStyle/>
        <a:p>
          <a:endParaRPr lang="en-IN"/>
        </a:p>
      </dgm:t>
    </dgm:pt>
    <dgm:pt modelId="{70FD1A2C-15F8-4B4C-98D1-5113DBB2F0D9}">
      <dgm:prSet/>
      <dgm:spPr/>
      <dgm:t>
        <a:bodyPr/>
        <a:lstStyle/>
        <a:p>
          <a:r>
            <a:rPr lang="en-IN"/>
            <a:t>Draft research framework prepared</a:t>
          </a:r>
        </a:p>
      </dgm:t>
    </dgm:pt>
    <dgm:pt modelId="{D2310D14-94E6-4ACF-8815-E5729E552A7C}" type="parTrans" cxnId="{F510D073-699E-4B26-AAB6-327D09829053}">
      <dgm:prSet/>
      <dgm:spPr/>
      <dgm:t>
        <a:bodyPr/>
        <a:lstStyle/>
        <a:p>
          <a:endParaRPr lang="en-IN"/>
        </a:p>
      </dgm:t>
    </dgm:pt>
    <dgm:pt modelId="{4EEA9F79-F335-4BAE-B117-91F758C4C063}" type="sibTrans" cxnId="{F510D073-699E-4B26-AAB6-327D09829053}">
      <dgm:prSet/>
      <dgm:spPr/>
      <dgm:t>
        <a:bodyPr/>
        <a:lstStyle/>
        <a:p>
          <a:endParaRPr lang="en-IN"/>
        </a:p>
      </dgm:t>
    </dgm:pt>
    <dgm:pt modelId="{BFD4AF23-7184-42A2-81C7-DD5998CA118E}">
      <dgm:prSet/>
      <dgm:spPr/>
      <dgm:t>
        <a:bodyPr/>
        <a:lstStyle/>
        <a:p>
          <a:r>
            <a:rPr lang="en-IN"/>
            <a:t>Literature review completed</a:t>
          </a:r>
        </a:p>
      </dgm:t>
    </dgm:pt>
    <dgm:pt modelId="{07347F87-B0BE-476C-92F4-C37EC5B58153}" type="parTrans" cxnId="{D73BD783-271F-403E-A61E-8465EF3731DA}">
      <dgm:prSet/>
      <dgm:spPr/>
      <dgm:t>
        <a:bodyPr/>
        <a:lstStyle/>
        <a:p>
          <a:endParaRPr lang="en-IN"/>
        </a:p>
      </dgm:t>
    </dgm:pt>
    <dgm:pt modelId="{D40DA141-D21C-4F88-B62C-F1EBF12D50B4}" type="sibTrans" cxnId="{D73BD783-271F-403E-A61E-8465EF3731DA}">
      <dgm:prSet/>
      <dgm:spPr/>
      <dgm:t>
        <a:bodyPr/>
        <a:lstStyle/>
        <a:p>
          <a:endParaRPr lang="en-IN"/>
        </a:p>
      </dgm:t>
    </dgm:pt>
    <dgm:pt modelId="{61FE6395-7669-48C1-9798-2E9C49A9D324}">
      <dgm:prSet/>
      <dgm:spPr/>
      <dgm:t>
        <a:bodyPr/>
        <a:lstStyle/>
        <a:p>
          <a:r>
            <a:rPr lang="en-IN"/>
            <a:t>Problem scope clearly defined</a:t>
          </a:r>
        </a:p>
      </dgm:t>
    </dgm:pt>
    <dgm:pt modelId="{48721F1A-681E-49A5-BEC6-EC0274C78059}" type="parTrans" cxnId="{618748DD-355B-4013-A6DC-AF1DD4E7337B}">
      <dgm:prSet/>
      <dgm:spPr/>
      <dgm:t>
        <a:bodyPr/>
        <a:lstStyle/>
        <a:p>
          <a:endParaRPr lang="en-IN"/>
        </a:p>
      </dgm:t>
    </dgm:pt>
    <dgm:pt modelId="{EAB61A1E-A66E-49A5-B87A-A3B053B6309E}" type="sibTrans" cxnId="{618748DD-355B-4013-A6DC-AF1DD4E7337B}">
      <dgm:prSet/>
      <dgm:spPr/>
      <dgm:t>
        <a:bodyPr/>
        <a:lstStyle/>
        <a:p>
          <a:endParaRPr lang="en-IN"/>
        </a:p>
      </dgm:t>
    </dgm:pt>
    <dgm:pt modelId="{0F610179-DC41-4BE6-B501-DFE34DD7D6D7}">
      <dgm:prSet/>
      <dgm:spPr/>
      <dgm:t>
        <a:bodyPr/>
        <a:lstStyle/>
        <a:p>
          <a:r>
            <a:rPr lang="en-IN" dirty="0"/>
            <a:t>Research paper (In Progress)</a:t>
          </a:r>
        </a:p>
      </dgm:t>
    </dgm:pt>
    <dgm:pt modelId="{7CB50415-24C7-4892-9D5A-C310B3D32C9D}" type="parTrans" cxnId="{F551B2EB-88D1-4E34-B433-19AFE3685D8B}">
      <dgm:prSet/>
      <dgm:spPr/>
      <dgm:t>
        <a:bodyPr/>
        <a:lstStyle/>
        <a:p>
          <a:endParaRPr lang="en-IN"/>
        </a:p>
      </dgm:t>
    </dgm:pt>
    <dgm:pt modelId="{93FF2465-8F65-489D-9ABE-28D456997F16}" type="sibTrans" cxnId="{F551B2EB-88D1-4E34-B433-19AFE3685D8B}">
      <dgm:prSet/>
      <dgm:spPr/>
      <dgm:t>
        <a:bodyPr/>
        <a:lstStyle/>
        <a:p>
          <a:endParaRPr lang="en-IN"/>
        </a:p>
      </dgm:t>
    </dgm:pt>
    <dgm:pt modelId="{16846918-2990-411D-B872-4DE8A49D32AE}" type="pres">
      <dgm:prSet presAssocID="{F932F171-A556-4BB0-AA26-CC309B1E0BC7}" presName="compositeShape" presStyleCnt="0">
        <dgm:presLayoutVars>
          <dgm:chMax val="7"/>
          <dgm:dir/>
          <dgm:resizeHandles val="exact"/>
        </dgm:presLayoutVars>
      </dgm:prSet>
      <dgm:spPr/>
    </dgm:pt>
    <dgm:pt modelId="{3B30AAEF-31B0-42F4-8A4A-FA9FB7AF86AD}" type="pres">
      <dgm:prSet presAssocID="{70FD1A2C-15F8-4B4C-98D1-5113DBB2F0D9}" presName="circ1" presStyleLbl="vennNode1" presStyleIdx="0" presStyleCnt="4"/>
      <dgm:spPr/>
    </dgm:pt>
    <dgm:pt modelId="{3D54499C-4963-4D2F-A773-81A1D80B0F12}" type="pres">
      <dgm:prSet presAssocID="{70FD1A2C-15F8-4B4C-98D1-5113DBB2F0D9}" presName="circ1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662A9542-4FB6-46CE-95DD-337C881FC452}" type="pres">
      <dgm:prSet presAssocID="{BFD4AF23-7184-42A2-81C7-DD5998CA118E}" presName="circ2" presStyleLbl="vennNode1" presStyleIdx="1" presStyleCnt="4"/>
      <dgm:spPr/>
    </dgm:pt>
    <dgm:pt modelId="{8CB2D2A9-6980-4E8A-B833-895FC5CE9AE7}" type="pres">
      <dgm:prSet presAssocID="{BFD4AF23-7184-42A2-81C7-DD5998CA118E}" presName="circ2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A6347BE2-922C-4E2D-A350-612F55D6C727}" type="pres">
      <dgm:prSet presAssocID="{61FE6395-7669-48C1-9798-2E9C49A9D324}" presName="circ3" presStyleLbl="vennNode1" presStyleIdx="2" presStyleCnt="4"/>
      <dgm:spPr/>
    </dgm:pt>
    <dgm:pt modelId="{C99B2CA0-7D10-4555-8FE8-9F9337B00DB6}" type="pres">
      <dgm:prSet presAssocID="{61FE6395-7669-48C1-9798-2E9C49A9D324}" presName="circ3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D95E4A47-018C-48ED-ACB1-288BB06647D3}" type="pres">
      <dgm:prSet presAssocID="{0F610179-DC41-4BE6-B501-DFE34DD7D6D7}" presName="circ4" presStyleLbl="vennNode1" presStyleIdx="3" presStyleCnt="4"/>
      <dgm:spPr/>
    </dgm:pt>
    <dgm:pt modelId="{482C68E6-4B63-4C35-BB0C-988E9D941674}" type="pres">
      <dgm:prSet presAssocID="{0F610179-DC41-4BE6-B501-DFE34DD7D6D7}" presName="circ4Tx" presStyleLbl="revTx" presStyleIdx="0" presStyleCnt="0">
        <dgm:presLayoutVars>
          <dgm:chMax val="0"/>
          <dgm:chPref val="0"/>
          <dgm:bulletEnabled val="1"/>
        </dgm:presLayoutVars>
      </dgm:prSet>
      <dgm:spPr/>
    </dgm:pt>
  </dgm:ptLst>
  <dgm:cxnLst>
    <dgm:cxn modelId="{4947B136-5919-4455-81CE-F308E004ADF9}" type="presOf" srcId="{70FD1A2C-15F8-4B4C-98D1-5113DBB2F0D9}" destId="{3D54499C-4963-4D2F-A773-81A1D80B0F12}" srcOrd="1" destOrd="0" presId="urn:microsoft.com/office/officeart/2005/8/layout/venn1"/>
    <dgm:cxn modelId="{6FF91C72-37F7-4790-8CF1-0C7ADB289414}" type="presOf" srcId="{61FE6395-7669-48C1-9798-2E9C49A9D324}" destId="{C99B2CA0-7D10-4555-8FE8-9F9337B00DB6}" srcOrd="1" destOrd="0" presId="urn:microsoft.com/office/officeart/2005/8/layout/venn1"/>
    <dgm:cxn modelId="{F510D073-699E-4B26-AAB6-327D09829053}" srcId="{F932F171-A556-4BB0-AA26-CC309B1E0BC7}" destId="{70FD1A2C-15F8-4B4C-98D1-5113DBB2F0D9}" srcOrd="0" destOrd="0" parTransId="{D2310D14-94E6-4ACF-8815-E5729E552A7C}" sibTransId="{4EEA9F79-F335-4BAE-B117-91F758C4C063}"/>
    <dgm:cxn modelId="{D73BD783-271F-403E-A61E-8465EF3731DA}" srcId="{F932F171-A556-4BB0-AA26-CC309B1E0BC7}" destId="{BFD4AF23-7184-42A2-81C7-DD5998CA118E}" srcOrd="1" destOrd="0" parTransId="{07347F87-B0BE-476C-92F4-C37EC5B58153}" sibTransId="{D40DA141-D21C-4F88-B62C-F1EBF12D50B4}"/>
    <dgm:cxn modelId="{2793FE93-69B9-46F8-8D85-8C0D90CC2979}" type="presOf" srcId="{F932F171-A556-4BB0-AA26-CC309B1E0BC7}" destId="{16846918-2990-411D-B872-4DE8A49D32AE}" srcOrd="0" destOrd="0" presId="urn:microsoft.com/office/officeart/2005/8/layout/venn1"/>
    <dgm:cxn modelId="{68FF5EB3-447D-4252-84ED-45AF5C6C41CE}" type="presOf" srcId="{61FE6395-7669-48C1-9798-2E9C49A9D324}" destId="{A6347BE2-922C-4E2D-A350-612F55D6C727}" srcOrd="0" destOrd="0" presId="urn:microsoft.com/office/officeart/2005/8/layout/venn1"/>
    <dgm:cxn modelId="{B453FCB7-B7BE-4ABA-98EF-87FEF8C6D2B0}" type="presOf" srcId="{0F610179-DC41-4BE6-B501-DFE34DD7D6D7}" destId="{D95E4A47-018C-48ED-ACB1-288BB06647D3}" srcOrd="0" destOrd="0" presId="urn:microsoft.com/office/officeart/2005/8/layout/venn1"/>
    <dgm:cxn modelId="{16A74DC3-978C-47A4-913E-D0D4EC6F8DEB}" type="presOf" srcId="{BFD4AF23-7184-42A2-81C7-DD5998CA118E}" destId="{662A9542-4FB6-46CE-95DD-337C881FC452}" srcOrd="0" destOrd="0" presId="urn:microsoft.com/office/officeart/2005/8/layout/venn1"/>
    <dgm:cxn modelId="{EB4046D2-78F8-4079-995B-B33E172E70DF}" type="presOf" srcId="{70FD1A2C-15F8-4B4C-98D1-5113DBB2F0D9}" destId="{3B30AAEF-31B0-42F4-8A4A-FA9FB7AF86AD}" srcOrd="0" destOrd="0" presId="urn:microsoft.com/office/officeart/2005/8/layout/venn1"/>
    <dgm:cxn modelId="{618748DD-355B-4013-A6DC-AF1DD4E7337B}" srcId="{F932F171-A556-4BB0-AA26-CC309B1E0BC7}" destId="{61FE6395-7669-48C1-9798-2E9C49A9D324}" srcOrd="2" destOrd="0" parTransId="{48721F1A-681E-49A5-BEC6-EC0274C78059}" sibTransId="{EAB61A1E-A66E-49A5-B87A-A3B053B6309E}"/>
    <dgm:cxn modelId="{F551B2EB-88D1-4E34-B433-19AFE3685D8B}" srcId="{F932F171-A556-4BB0-AA26-CC309B1E0BC7}" destId="{0F610179-DC41-4BE6-B501-DFE34DD7D6D7}" srcOrd="3" destOrd="0" parTransId="{7CB50415-24C7-4892-9D5A-C310B3D32C9D}" sibTransId="{93FF2465-8F65-489D-9ABE-28D456997F16}"/>
    <dgm:cxn modelId="{7F0DFAEE-5D22-4245-B6C6-36D6345B8FDF}" type="presOf" srcId="{BFD4AF23-7184-42A2-81C7-DD5998CA118E}" destId="{8CB2D2A9-6980-4E8A-B833-895FC5CE9AE7}" srcOrd="1" destOrd="0" presId="urn:microsoft.com/office/officeart/2005/8/layout/venn1"/>
    <dgm:cxn modelId="{CD8DEAF9-3A14-4B8D-B919-CD84A86C0D51}" type="presOf" srcId="{0F610179-DC41-4BE6-B501-DFE34DD7D6D7}" destId="{482C68E6-4B63-4C35-BB0C-988E9D941674}" srcOrd="1" destOrd="0" presId="urn:microsoft.com/office/officeart/2005/8/layout/venn1"/>
    <dgm:cxn modelId="{3E50F65E-82B0-4AC6-A7A1-CDEA8AEBE80C}" type="presParOf" srcId="{16846918-2990-411D-B872-4DE8A49D32AE}" destId="{3B30AAEF-31B0-42F4-8A4A-FA9FB7AF86AD}" srcOrd="0" destOrd="0" presId="urn:microsoft.com/office/officeart/2005/8/layout/venn1"/>
    <dgm:cxn modelId="{EA3F000D-060C-4BDD-82D1-85ACC14D1151}" type="presParOf" srcId="{16846918-2990-411D-B872-4DE8A49D32AE}" destId="{3D54499C-4963-4D2F-A773-81A1D80B0F12}" srcOrd="1" destOrd="0" presId="urn:microsoft.com/office/officeart/2005/8/layout/venn1"/>
    <dgm:cxn modelId="{52F347CD-BAE0-43CD-BF2D-2C8A1BFDA783}" type="presParOf" srcId="{16846918-2990-411D-B872-4DE8A49D32AE}" destId="{662A9542-4FB6-46CE-95DD-337C881FC452}" srcOrd="2" destOrd="0" presId="urn:microsoft.com/office/officeart/2005/8/layout/venn1"/>
    <dgm:cxn modelId="{E8986498-2E26-4F39-A1D0-78302959671E}" type="presParOf" srcId="{16846918-2990-411D-B872-4DE8A49D32AE}" destId="{8CB2D2A9-6980-4E8A-B833-895FC5CE9AE7}" srcOrd="3" destOrd="0" presId="urn:microsoft.com/office/officeart/2005/8/layout/venn1"/>
    <dgm:cxn modelId="{DC5900EF-1234-403F-B6A5-2A5803D965EB}" type="presParOf" srcId="{16846918-2990-411D-B872-4DE8A49D32AE}" destId="{A6347BE2-922C-4E2D-A350-612F55D6C727}" srcOrd="4" destOrd="0" presId="urn:microsoft.com/office/officeart/2005/8/layout/venn1"/>
    <dgm:cxn modelId="{7487E323-BFBD-4F8E-AC43-65044DE28433}" type="presParOf" srcId="{16846918-2990-411D-B872-4DE8A49D32AE}" destId="{C99B2CA0-7D10-4555-8FE8-9F9337B00DB6}" srcOrd="5" destOrd="0" presId="urn:microsoft.com/office/officeart/2005/8/layout/venn1"/>
    <dgm:cxn modelId="{7E688FF3-1B3B-4E9B-9FFB-87AC2672634C}" type="presParOf" srcId="{16846918-2990-411D-B872-4DE8A49D32AE}" destId="{D95E4A47-018C-48ED-ACB1-288BB06647D3}" srcOrd="6" destOrd="0" presId="urn:microsoft.com/office/officeart/2005/8/layout/venn1"/>
    <dgm:cxn modelId="{530024E5-739C-4384-9974-97CC53E52ED3}" type="presParOf" srcId="{16846918-2990-411D-B872-4DE8A49D32AE}" destId="{482C68E6-4B63-4C35-BB0C-988E9D941674}" srcOrd="7" destOrd="0" presId="urn:microsoft.com/office/officeart/2005/8/layout/ven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52421DF8-43F8-4C20-A804-8114FAA99273}" type="doc">
      <dgm:prSet loTypeId="urn:microsoft.com/office/officeart/2005/8/layout/vList2" loCatId="list" qsTypeId="urn:microsoft.com/office/officeart/2005/8/quickstyle/simple1" qsCatId="simple" csTypeId="urn:microsoft.com/office/officeart/2005/8/colors/accent3_5" csCatId="accent3"/>
      <dgm:spPr/>
      <dgm:t>
        <a:bodyPr/>
        <a:lstStyle/>
        <a:p>
          <a:endParaRPr lang="en-IN"/>
        </a:p>
      </dgm:t>
    </dgm:pt>
    <dgm:pt modelId="{8E99E377-EF83-4A82-813A-EDDBA1770DEC}">
      <dgm:prSet/>
      <dgm:spPr/>
      <dgm:t>
        <a:bodyPr/>
        <a:lstStyle/>
        <a:p>
          <a:r>
            <a:rPr lang="en-US" dirty="0">
              <a:solidFill>
                <a:schemeClr val="tx1"/>
              </a:solidFill>
            </a:rPr>
            <a:t>Mader, Jackie. “‘The Reading Year’: First Grade Is Critical for Reading Skills, but Kids Coming from Disrupted Kindergarten Experiences Are Way Behind.” </a:t>
          </a:r>
          <a:r>
            <a:rPr lang="en-US" i="1" dirty="0">
              <a:solidFill>
                <a:schemeClr val="tx1"/>
              </a:solidFill>
            </a:rPr>
            <a:t>The Hechinger Report</a:t>
          </a:r>
          <a:r>
            <a:rPr lang="en-US" dirty="0">
              <a:solidFill>
                <a:schemeClr val="tx1"/>
              </a:solidFill>
            </a:rPr>
            <a:t>, 16 Apr. 2025, hechingerreport.org/the-reading-year-first-grade-is-critical-for-reading-skills-but-kids-coming-from-disrupted-kindergarten-experiences-are-way-behind/.</a:t>
          </a:r>
          <a:endParaRPr lang="en-IN" dirty="0">
            <a:solidFill>
              <a:schemeClr val="tx1"/>
            </a:solidFill>
          </a:endParaRPr>
        </a:p>
      </dgm:t>
    </dgm:pt>
    <dgm:pt modelId="{1AC6C21B-FEE5-4A6A-A8B1-3C6D1935A212}" type="parTrans" cxnId="{D98895A4-0AA3-403D-818A-818E479A593D}">
      <dgm:prSet/>
      <dgm:spPr/>
      <dgm:t>
        <a:bodyPr/>
        <a:lstStyle/>
        <a:p>
          <a:endParaRPr lang="en-IN"/>
        </a:p>
      </dgm:t>
    </dgm:pt>
    <dgm:pt modelId="{A4E8BE7F-5580-41DD-A3E3-05EF6F224E55}" type="sibTrans" cxnId="{D98895A4-0AA3-403D-818A-818E479A593D}">
      <dgm:prSet/>
      <dgm:spPr/>
      <dgm:t>
        <a:bodyPr/>
        <a:lstStyle/>
        <a:p>
          <a:endParaRPr lang="en-IN"/>
        </a:p>
      </dgm:t>
    </dgm:pt>
    <dgm:pt modelId="{C89A3F48-7CC7-436F-A4EA-686E2A2AEF6F}">
      <dgm:prSet/>
      <dgm:spPr/>
      <dgm:t>
        <a:bodyPr/>
        <a:lstStyle/>
        <a:p>
          <a:r>
            <a:rPr lang="en-US" dirty="0">
              <a:solidFill>
                <a:schemeClr val="tx1"/>
              </a:solidFill>
            </a:rPr>
            <a:t>“Microsoft Attention Spans Research Report.” </a:t>
          </a:r>
          <a:r>
            <a:rPr lang="en-US" i="1" dirty="0">
              <a:solidFill>
                <a:schemeClr val="tx1"/>
              </a:solidFill>
            </a:rPr>
            <a:t>Scribd</a:t>
          </a:r>
          <a:r>
            <a:rPr lang="en-US" dirty="0">
              <a:solidFill>
                <a:schemeClr val="tx1"/>
              </a:solidFill>
            </a:rPr>
            <a:t>, Scribd, www.scribd.com/document/265348695/Microsoft-Attention-Spans-Research-Report.</a:t>
          </a:r>
          <a:endParaRPr lang="en-IN" dirty="0">
            <a:solidFill>
              <a:schemeClr val="tx1"/>
            </a:solidFill>
          </a:endParaRPr>
        </a:p>
      </dgm:t>
    </dgm:pt>
    <dgm:pt modelId="{ABA31161-0950-4EB2-8466-90545DE4060E}" type="parTrans" cxnId="{0D6C11DB-5EC4-4342-AE1D-F01C9CB85D1D}">
      <dgm:prSet/>
      <dgm:spPr/>
      <dgm:t>
        <a:bodyPr/>
        <a:lstStyle/>
        <a:p>
          <a:endParaRPr lang="en-IN"/>
        </a:p>
      </dgm:t>
    </dgm:pt>
    <dgm:pt modelId="{A8B89B12-BAB3-4E37-8DE3-2004439AC08F}" type="sibTrans" cxnId="{0D6C11DB-5EC4-4342-AE1D-F01C9CB85D1D}">
      <dgm:prSet/>
      <dgm:spPr/>
      <dgm:t>
        <a:bodyPr/>
        <a:lstStyle/>
        <a:p>
          <a:endParaRPr lang="en-IN"/>
        </a:p>
      </dgm:t>
    </dgm:pt>
    <dgm:pt modelId="{51AB5F83-5C72-4B29-A6E7-C72D92A9CFEA}">
      <dgm:prSet/>
      <dgm:spPr/>
      <dgm:t>
        <a:bodyPr/>
        <a:lstStyle/>
        <a:p>
          <a:r>
            <a:rPr lang="en-US" dirty="0">
              <a:solidFill>
                <a:schemeClr val="tx1"/>
              </a:solidFill>
            </a:rPr>
            <a:t>Mu, </a:t>
          </a:r>
          <a:r>
            <a:rPr lang="en-US" dirty="0" err="1">
              <a:solidFill>
                <a:schemeClr val="tx1"/>
              </a:solidFill>
            </a:rPr>
            <a:t>Honglei</a:t>
          </a:r>
          <a:r>
            <a:rPr lang="en-US" dirty="0">
              <a:solidFill>
                <a:schemeClr val="tx1"/>
              </a:solidFill>
            </a:rPr>
            <a:t>, et al. “Drivers and Consequences of Short-Form Video (SFV) Addiction amongst Adolescents in China: Stress-Coping Theory Perspective.” </a:t>
          </a:r>
          <a:r>
            <a:rPr lang="en-US" i="1" dirty="0">
              <a:solidFill>
                <a:schemeClr val="tx1"/>
              </a:solidFill>
            </a:rPr>
            <a:t>MDPI</a:t>
          </a:r>
          <a:r>
            <a:rPr lang="en-US" dirty="0">
              <a:solidFill>
                <a:schemeClr val="tx1"/>
              </a:solidFill>
            </a:rPr>
            <a:t>, Multidisciplinary Digital Publishing Institute, 29 Oct. 2022, www.mdpi.com/1660-4601/19/21/14173.</a:t>
          </a:r>
          <a:endParaRPr lang="en-IN" dirty="0">
            <a:solidFill>
              <a:schemeClr val="tx1"/>
            </a:solidFill>
          </a:endParaRPr>
        </a:p>
      </dgm:t>
    </dgm:pt>
    <dgm:pt modelId="{8BD647E4-4BEA-4A2F-BF6A-D9DDFD992B70}" type="parTrans" cxnId="{86E7479A-68F2-4BAA-8093-9347437A0CB4}">
      <dgm:prSet/>
      <dgm:spPr/>
      <dgm:t>
        <a:bodyPr/>
        <a:lstStyle/>
        <a:p>
          <a:endParaRPr lang="en-IN"/>
        </a:p>
      </dgm:t>
    </dgm:pt>
    <dgm:pt modelId="{0D0A03B7-04C0-4D99-B8C9-282596EB3C6C}" type="sibTrans" cxnId="{86E7479A-68F2-4BAA-8093-9347437A0CB4}">
      <dgm:prSet/>
      <dgm:spPr/>
      <dgm:t>
        <a:bodyPr/>
        <a:lstStyle/>
        <a:p>
          <a:endParaRPr lang="en-IN"/>
        </a:p>
      </dgm:t>
    </dgm:pt>
    <dgm:pt modelId="{F3ABCC7C-CC2C-4500-ACE1-1ED954064BB4}">
      <dgm:prSet/>
      <dgm:spPr/>
      <dgm:t>
        <a:bodyPr/>
        <a:lstStyle/>
        <a:p>
          <a:r>
            <a:rPr lang="en-US" dirty="0">
              <a:solidFill>
                <a:schemeClr val="tx1"/>
              </a:solidFill>
            </a:rPr>
            <a:t>“NAEP Report Card: Reading.” </a:t>
          </a:r>
          <a:r>
            <a:rPr lang="en-US" i="1" dirty="0">
              <a:solidFill>
                <a:schemeClr val="tx1"/>
              </a:solidFill>
            </a:rPr>
            <a:t>The Nation’s Report Card</a:t>
          </a:r>
          <a:r>
            <a:rPr lang="en-US" dirty="0">
              <a:solidFill>
                <a:schemeClr val="tx1"/>
              </a:solidFill>
            </a:rPr>
            <a:t>, www.nationsreportcard.gov/reports/reading/2024/g4_8/?grade=4.</a:t>
          </a:r>
          <a:endParaRPr lang="en-IN" dirty="0">
            <a:solidFill>
              <a:schemeClr val="tx1"/>
            </a:solidFill>
          </a:endParaRPr>
        </a:p>
      </dgm:t>
    </dgm:pt>
    <dgm:pt modelId="{9C7D13CC-B295-462A-ADF7-FA0FDBFC4144}" type="parTrans" cxnId="{9DBC41EB-0ADE-42DD-A422-BD7A56CA0C93}">
      <dgm:prSet/>
      <dgm:spPr/>
      <dgm:t>
        <a:bodyPr/>
        <a:lstStyle/>
        <a:p>
          <a:endParaRPr lang="en-IN"/>
        </a:p>
      </dgm:t>
    </dgm:pt>
    <dgm:pt modelId="{4742785B-87EF-4A42-AEE1-1A1B2D293CC1}" type="sibTrans" cxnId="{9DBC41EB-0ADE-42DD-A422-BD7A56CA0C93}">
      <dgm:prSet/>
      <dgm:spPr/>
      <dgm:t>
        <a:bodyPr/>
        <a:lstStyle/>
        <a:p>
          <a:endParaRPr lang="en-IN"/>
        </a:p>
      </dgm:t>
    </dgm:pt>
    <dgm:pt modelId="{949E6CFE-A356-4748-B7E1-790BDC599622}">
      <dgm:prSet/>
      <dgm:spPr/>
      <dgm:t>
        <a:bodyPr/>
        <a:lstStyle/>
        <a:p>
          <a:r>
            <a:rPr lang="en-US" i="1" dirty="0">
              <a:solidFill>
                <a:schemeClr val="tx1"/>
              </a:solidFill>
            </a:rPr>
            <a:t>The Pandemic Erased Two Decades of Progress in Math and Reading (Published 2022)</a:t>
          </a:r>
          <a:r>
            <a:rPr lang="en-US" dirty="0">
              <a:solidFill>
                <a:schemeClr val="tx1"/>
              </a:solidFill>
            </a:rPr>
            <a:t>, www.nytimes.com/2022/09/01/us/national-test-scores-math-reading-pandemic.html.</a:t>
          </a:r>
          <a:endParaRPr lang="en-IN" dirty="0">
            <a:solidFill>
              <a:schemeClr val="tx1"/>
            </a:solidFill>
          </a:endParaRPr>
        </a:p>
      </dgm:t>
    </dgm:pt>
    <dgm:pt modelId="{A6BCBF4C-40B3-445C-A623-56509FB7A157}" type="parTrans" cxnId="{2EACFF43-7B15-451F-A585-CCE83C637352}">
      <dgm:prSet/>
      <dgm:spPr/>
      <dgm:t>
        <a:bodyPr/>
        <a:lstStyle/>
        <a:p>
          <a:endParaRPr lang="en-IN"/>
        </a:p>
      </dgm:t>
    </dgm:pt>
    <dgm:pt modelId="{4FFC4BB6-68A0-4A4E-BC21-0A581E3D2E01}" type="sibTrans" cxnId="{2EACFF43-7B15-451F-A585-CCE83C637352}">
      <dgm:prSet/>
      <dgm:spPr/>
      <dgm:t>
        <a:bodyPr/>
        <a:lstStyle/>
        <a:p>
          <a:endParaRPr lang="en-IN"/>
        </a:p>
      </dgm:t>
    </dgm:pt>
    <dgm:pt modelId="{F587E735-DB27-463A-A43A-E7F11E8F40A6}">
      <dgm:prSet/>
      <dgm:spPr/>
      <dgm:t>
        <a:bodyPr/>
        <a:lstStyle/>
        <a:p>
          <a:r>
            <a:rPr lang="en-US" dirty="0">
              <a:solidFill>
                <a:schemeClr val="tx1"/>
              </a:solidFill>
            </a:rPr>
            <a:t>Sha, Peng, and Xiaoyu Dong. “Research on Adolescents Regarding the Indirect Effect of Depression, Anxiety, and Stress between TikTok Use Disorder and Memory Loss.” </a:t>
          </a:r>
          <a:r>
            <a:rPr lang="en-US" i="1" dirty="0">
              <a:solidFill>
                <a:schemeClr val="tx1"/>
              </a:solidFill>
            </a:rPr>
            <a:t>MDPI</a:t>
          </a:r>
          <a:r>
            <a:rPr lang="en-US" dirty="0">
              <a:solidFill>
                <a:schemeClr val="tx1"/>
              </a:solidFill>
            </a:rPr>
            <a:t>, Multidisciplinary Digital Publishing Institute, 21 Aug. 2021, www.mdpi.com/166t0-4601/18/16/8820.</a:t>
          </a:r>
          <a:endParaRPr lang="en-IN" dirty="0">
            <a:solidFill>
              <a:schemeClr val="tx1"/>
            </a:solidFill>
          </a:endParaRPr>
        </a:p>
      </dgm:t>
    </dgm:pt>
    <dgm:pt modelId="{F4A720F4-70CB-4C0C-AAC8-CB094FCA86F8}" type="parTrans" cxnId="{F28821C7-8FDA-4A99-85DF-F13C0B5FD2AF}">
      <dgm:prSet/>
      <dgm:spPr/>
      <dgm:t>
        <a:bodyPr/>
        <a:lstStyle/>
        <a:p>
          <a:endParaRPr lang="en-IN"/>
        </a:p>
      </dgm:t>
    </dgm:pt>
    <dgm:pt modelId="{F3CEAA13-CF86-4065-AEE7-D3D480FFEA99}" type="sibTrans" cxnId="{F28821C7-8FDA-4A99-85DF-F13C0B5FD2AF}">
      <dgm:prSet/>
      <dgm:spPr/>
      <dgm:t>
        <a:bodyPr/>
        <a:lstStyle/>
        <a:p>
          <a:endParaRPr lang="en-IN"/>
        </a:p>
      </dgm:t>
    </dgm:pt>
    <dgm:pt modelId="{21EF2DFF-BB37-4B0C-8F7A-8EBB1E823494}" type="pres">
      <dgm:prSet presAssocID="{52421DF8-43F8-4C20-A804-8114FAA99273}" presName="linear" presStyleCnt="0">
        <dgm:presLayoutVars>
          <dgm:animLvl val="lvl"/>
          <dgm:resizeHandles val="exact"/>
        </dgm:presLayoutVars>
      </dgm:prSet>
      <dgm:spPr/>
    </dgm:pt>
    <dgm:pt modelId="{27FFA8BE-AF0E-43CF-87F8-10989C8BE70D}" type="pres">
      <dgm:prSet presAssocID="{8E99E377-EF83-4A82-813A-EDDBA1770DEC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6F6576D5-B4FE-40FE-A3D3-ADE298BF3E49}" type="pres">
      <dgm:prSet presAssocID="{A4E8BE7F-5580-41DD-A3E3-05EF6F224E55}" presName="spacer" presStyleCnt="0"/>
      <dgm:spPr/>
    </dgm:pt>
    <dgm:pt modelId="{4312425B-DC1D-4E85-B4CA-193DF2956FE4}" type="pres">
      <dgm:prSet presAssocID="{C89A3F48-7CC7-436F-A4EA-686E2A2AEF6F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69A3ADDF-0E10-48D1-8B05-94DB7FBDF793}" type="pres">
      <dgm:prSet presAssocID="{A8B89B12-BAB3-4E37-8DE3-2004439AC08F}" presName="spacer" presStyleCnt="0"/>
      <dgm:spPr/>
    </dgm:pt>
    <dgm:pt modelId="{D5A5F06D-5342-4A2E-ADBC-F77A0D3ADBFD}" type="pres">
      <dgm:prSet presAssocID="{51AB5F83-5C72-4B29-A6E7-C72D92A9CFEA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898B9B89-C40C-4D1A-AE1A-1DD0F4CFF187}" type="pres">
      <dgm:prSet presAssocID="{0D0A03B7-04C0-4D99-B8C9-282596EB3C6C}" presName="spacer" presStyleCnt="0"/>
      <dgm:spPr/>
    </dgm:pt>
    <dgm:pt modelId="{7648DA24-C0B0-4B16-8E3C-83E232C2D998}" type="pres">
      <dgm:prSet presAssocID="{F3ABCC7C-CC2C-4500-ACE1-1ED954064BB4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B47A9867-D066-4A5F-BD6D-C1534F8592CF}" type="pres">
      <dgm:prSet presAssocID="{4742785B-87EF-4A42-AEE1-1A1B2D293CC1}" presName="spacer" presStyleCnt="0"/>
      <dgm:spPr/>
    </dgm:pt>
    <dgm:pt modelId="{9A2F8375-8407-41CA-9B13-F43B9ABF1BFB}" type="pres">
      <dgm:prSet presAssocID="{949E6CFE-A356-4748-B7E1-790BDC599622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631B3251-326C-4283-8345-0E5B751047EC}" type="pres">
      <dgm:prSet presAssocID="{4FFC4BB6-68A0-4A4E-BC21-0A581E3D2E01}" presName="spacer" presStyleCnt="0"/>
      <dgm:spPr/>
    </dgm:pt>
    <dgm:pt modelId="{727E35E9-B4A6-4ED5-A760-CC49EB8909D4}" type="pres">
      <dgm:prSet presAssocID="{F587E735-DB27-463A-A43A-E7F11E8F40A6}" presName="parentText" presStyleLbl="node1" presStyleIdx="5" presStyleCnt="6">
        <dgm:presLayoutVars>
          <dgm:chMax val="0"/>
          <dgm:bulletEnabled val="1"/>
        </dgm:presLayoutVars>
      </dgm:prSet>
      <dgm:spPr/>
    </dgm:pt>
  </dgm:ptLst>
  <dgm:cxnLst>
    <dgm:cxn modelId="{63AAA11A-4243-4464-BEBB-0BDA09E22A60}" type="presOf" srcId="{8E99E377-EF83-4A82-813A-EDDBA1770DEC}" destId="{27FFA8BE-AF0E-43CF-87F8-10989C8BE70D}" srcOrd="0" destOrd="0" presId="urn:microsoft.com/office/officeart/2005/8/layout/vList2"/>
    <dgm:cxn modelId="{40676625-BB08-44C6-BFC0-BFB2FDE26096}" type="presOf" srcId="{C89A3F48-7CC7-436F-A4EA-686E2A2AEF6F}" destId="{4312425B-DC1D-4E85-B4CA-193DF2956FE4}" srcOrd="0" destOrd="0" presId="urn:microsoft.com/office/officeart/2005/8/layout/vList2"/>
    <dgm:cxn modelId="{2EACFF43-7B15-451F-A585-CCE83C637352}" srcId="{52421DF8-43F8-4C20-A804-8114FAA99273}" destId="{949E6CFE-A356-4748-B7E1-790BDC599622}" srcOrd="4" destOrd="0" parTransId="{A6BCBF4C-40B3-445C-A623-56509FB7A157}" sibTransId="{4FFC4BB6-68A0-4A4E-BC21-0A581E3D2E01}"/>
    <dgm:cxn modelId="{B54C364D-0B4E-4679-BCDE-BCF552113C1F}" type="presOf" srcId="{F587E735-DB27-463A-A43A-E7F11E8F40A6}" destId="{727E35E9-B4A6-4ED5-A760-CC49EB8909D4}" srcOrd="0" destOrd="0" presId="urn:microsoft.com/office/officeart/2005/8/layout/vList2"/>
    <dgm:cxn modelId="{ECD3A36F-D28A-468F-9B41-69041E7B374B}" type="presOf" srcId="{52421DF8-43F8-4C20-A804-8114FAA99273}" destId="{21EF2DFF-BB37-4B0C-8F7A-8EBB1E823494}" srcOrd="0" destOrd="0" presId="urn:microsoft.com/office/officeart/2005/8/layout/vList2"/>
    <dgm:cxn modelId="{86E7479A-68F2-4BAA-8093-9347437A0CB4}" srcId="{52421DF8-43F8-4C20-A804-8114FAA99273}" destId="{51AB5F83-5C72-4B29-A6E7-C72D92A9CFEA}" srcOrd="2" destOrd="0" parTransId="{8BD647E4-4BEA-4A2F-BF6A-D9DDFD992B70}" sibTransId="{0D0A03B7-04C0-4D99-B8C9-282596EB3C6C}"/>
    <dgm:cxn modelId="{D98895A4-0AA3-403D-818A-818E479A593D}" srcId="{52421DF8-43F8-4C20-A804-8114FAA99273}" destId="{8E99E377-EF83-4A82-813A-EDDBA1770DEC}" srcOrd="0" destOrd="0" parTransId="{1AC6C21B-FEE5-4A6A-A8B1-3C6D1935A212}" sibTransId="{A4E8BE7F-5580-41DD-A3E3-05EF6F224E55}"/>
    <dgm:cxn modelId="{D64EEFA7-8A76-4461-AF84-C8162ACAC7FE}" type="presOf" srcId="{51AB5F83-5C72-4B29-A6E7-C72D92A9CFEA}" destId="{D5A5F06D-5342-4A2E-ADBC-F77A0D3ADBFD}" srcOrd="0" destOrd="0" presId="urn:microsoft.com/office/officeart/2005/8/layout/vList2"/>
    <dgm:cxn modelId="{550DF2B3-4C0A-4503-BB05-E90E0B7E1092}" type="presOf" srcId="{F3ABCC7C-CC2C-4500-ACE1-1ED954064BB4}" destId="{7648DA24-C0B0-4B16-8E3C-83E232C2D998}" srcOrd="0" destOrd="0" presId="urn:microsoft.com/office/officeart/2005/8/layout/vList2"/>
    <dgm:cxn modelId="{6A911BC7-B750-4F06-8253-3F4FB59FE9A1}" type="presOf" srcId="{949E6CFE-A356-4748-B7E1-790BDC599622}" destId="{9A2F8375-8407-41CA-9B13-F43B9ABF1BFB}" srcOrd="0" destOrd="0" presId="urn:microsoft.com/office/officeart/2005/8/layout/vList2"/>
    <dgm:cxn modelId="{F28821C7-8FDA-4A99-85DF-F13C0B5FD2AF}" srcId="{52421DF8-43F8-4C20-A804-8114FAA99273}" destId="{F587E735-DB27-463A-A43A-E7F11E8F40A6}" srcOrd="5" destOrd="0" parTransId="{F4A720F4-70CB-4C0C-AAC8-CB094FCA86F8}" sibTransId="{F3CEAA13-CF86-4065-AEE7-D3D480FFEA99}"/>
    <dgm:cxn modelId="{0D6C11DB-5EC4-4342-AE1D-F01C9CB85D1D}" srcId="{52421DF8-43F8-4C20-A804-8114FAA99273}" destId="{C89A3F48-7CC7-436F-A4EA-686E2A2AEF6F}" srcOrd="1" destOrd="0" parTransId="{ABA31161-0950-4EB2-8466-90545DE4060E}" sibTransId="{A8B89B12-BAB3-4E37-8DE3-2004439AC08F}"/>
    <dgm:cxn modelId="{9DBC41EB-0ADE-42DD-A422-BD7A56CA0C93}" srcId="{52421DF8-43F8-4C20-A804-8114FAA99273}" destId="{F3ABCC7C-CC2C-4500-ACE1-1ED954064BB4}" srcOrd="3" destOrd="0" parTransId="{9C7D13CC-B295-462A-ADF7-FA0FDBFC4144}" sibTransId="{4742785B-87EF-4A42-AEE1-1A1B2D293CC1}"/>
    <dgm:cxn modelId="{B817DA16-E6D3-4F2F-A1E7-898C3DA4C91A}" type="presParOf" srcId="{21EF2DFF-BB37-4B0C-8F7A-8EBB1E823494}" destId="{27FFA8BE-AF0E-43CF-87F8-10989C8BE70D}" srcOrd="0" destOrd="0" presId="urn:microsoft.com/office/officeart/2005/8/layout/vList2"/>
    <dgm:cxn modelId="{D3CEF9DB-2D3F-4E1A-A2DC-A276691BEBF3}" type="presParOf" srcId="{21EF2DFF-BB37-4B0C-8F7A-8EBB1E823494}" destId="{6F6576D5-B4FE-40FE-A3D3-ADE298BF3E49}" srcOrd="1" destOrd="0" presId="urn:microsoft.com/office/officeart/2005/8/layout/vList2"/>
    <dgm:cxn modelId="{6FE043AB-BD84-493C-8F8F-12F6F6636CC6}" type="presParOf" srcId="{21EF2DFF-BB37-4B0C-8F7A-8EBB1E823494}" destId="{4312425B-DC1D-4E85-B4CA-193DF2956FE4}" srcOrd="2" destOrd="0" presId="urn:microsoft.com/office/officeart/2005/8/layout/vList2"/>
    <dgm:cxn modelId="{66625063-7F32-46BB-B89D-F8E4D1E5A38F}" type="presParOf" srcId="{21EF2DFF-BB37-4B0C-8F7A-8EBB1E823494}" destId="{69A3ADDF-0E10-48D1-8B05-94DB7FBDF793}" srcOrd="3" destOrd="0" presId="urn:microsoft.com/office/officeart/2005/8/layout/vList2"/>
    <dgm:cxn modelId="{11E3CC1A-9AA7-4CFF-A6C1-0F713F1EFF16}" type="presParOf" srcId="{21EF2DFF-BB37-4B0C-8F7A-8EBB1E823494}" destId="{D5A5F06D-5342-4A2E-ADBC-F77A0D3ADBFD}" srcOrd="4" destOrd="0" presId="urn:microsoft.com/office/officeart/2005/8/layout/vList2"/>
    <dgm:cxn modelId="{BB2E54C6-1172-41D7-A454-D9F3CF05D9BC}" type="presParOf" srcId="{21EF2DFF-BB37-4B0C-8F7A-8EBB1E823494}" destId="{898B9B89-C40C-4D1A-AE1A-1DD0F4CFF187}" srcOrd="5" destOrd="0" presId="urn:microsoft.com/office/officeart/2005/8/layout/vList2"/>
    <dgm:cxn modelId="{6F31903E-5F13-445F-B253-FA4F5717D770}" type="presParOf" srcId="{21EF2DFF-BB37-4B0C-8F7A-8EBB1E823494}" destId="{7648DA24-C0B0-4B16-8E3C-83E232C2D998}" srcOrd="6" destOrd="0" presId="urn:microsoft.com/office/officeart/2005/8/layout/vList2"/>
    <dgm:cxn modelId="{BDB2D1A6-5B8F-4F1A-B147-C1157580EEC9}" type="presParOf" srcId="{21EF2DFF-BB37-4B0C-8F7A-8EBB1E823494}" destId="{B47A9867-D066-4A5F-BD6D-C1534F8592CF}" srcOrd="7" destOrd="0" presId="urn:microsoft.com/office/officeart/2005/8/layout/vList2"/>
    <dgm:cxn modelId="{274110C8-2E28-4A6B-85A0-02361DE758AC}" type="presParOf" srcId="{21EF2DFF-BB37-4B0C-8F7A-8EBB1E823494}" destId="{9A2F8375-8407-41CA-9B13-F43B9ABF1BFB}" srcOrd="8" destOrd="0" presId="urn:microsoft.com/office/officeart/2005/8/layout/vList2"/>
    <dgm:cxn modelId="{A9C277F5-6DBF-40EB-87AD-E3600E0AC655}" type="presParOf" srcId="{21EF2DFF-BB37-4B0C-8F7A-8EBB1E823494}" destId="{631B3251-326C-4283-8345-0E5B751047EC}" srcOrd="9" destOrd="0" presId="urn:microsoft.com/office/officeart/2005/8/layout/vList2"/>
    <dgm:cxn modelId="{8BC20677-6AE0-4178-8893-306F1A4D5E0C}" type="presParOf" srcId="{21EF2DFF-BB37-4B0C-8F7A-8EBB1E823494}" destId="{727E35E9-B4A6-4ED5-A760-CC49EB8909D4}" srcOrd="1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765F2E-6330-4950-B253-FF4C57DBF2B4}">
      <dsp:nvSpPr>
        <dsp:cNvPr id="0" name=""/>
        <dsp:cNvSpPr/>
      </dsp:nvSpPr>
      <dsp:spPr>
        <a:xfrm>
          <a:off x="0" y="3736288"/>
          <a:ext cx="10515600" cy="612969"/>
        </a:xfrm>
        <a:prstGeom prst="rect">
          <a:avLst/>
        </a:prstGeom>
        <a:solidFill>
          <a:schemeClr val="accent3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Results</a:t>
          </a:r>
          <a:endParaRPr lang="en-IN" sz="2100" kern="1200" dirty="0"/>
        </a:p>
      </dsp:txBody>
      <dsp:txXfrm>
        <a:off x="0" y="3736288"/>
        <a:ext cx="10515600" cy="612969"/>
      </dsp:txXfrm>
    </dsp:sp>
    <dsp:sp modelId="{18FCF7B4-6017-476A-827E-EAED1A9BBC22}">
      <dsp:nvSpPr>
        <dsp:cNvPr id="0" name=""/>
        <dsp:cNvSpPr/>
      </dsp:nvSpPr>
      <dsp:spPr>
        <a:xfrm rot="10800000">
          <a:off x="0" y="2802736"/>
          <a:ext cx="10515600" cy="942746"/>
        </a:xfrm>
        <a:prstGeom prst="upArrowCallout">
          <a:avLst/>
        </a:prstGeom>
        <a:solidFill>
          <a:schemeClr val="accent3">
            <a:alpha val="90000"/>
            <a:hueOff val="0"/>
            <a:satOff val="0"/>
            <a:lumOff val="0"/>
            <a:alphaOff val="-1000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Objectives</a:t>
          </a:r>
          <a:endParaRPr lang="en-IN" sz="2100" kern="1200"/>
        </a:p>
      </dsp:txBody>
      <dsp:txXfrm rot="10800000">
        <a:off x="0" y="2802736"/>
        <a:ext cx="10515600" cy="612568"/>
      </dsp:txXfrm>
    </dsp:sp>
    <dsp:sp modelId="{96DACF59-88D0-428E-9DCF-1C14D0C7483D}">
      <dsp:nvSpPr>
        <dsp:cNvPr id="0" name=""/>
        <dsp:cNvSpPr/>
      </dsp:nvSpPr>
      <dsp:spPr>
        <a:xfrm rot="10800000">
          <a:off x="0" y="1869184"/>
          <a:ext cx="10515600" cy="942746"/>
        </a:xfrm>
        <a:prstGeom prst="upArrowCallout">
          <a:avLst/>
        </a:prstGeom>
        <a:solidFill>
          <a:schemeClr val="accent3">
            <a:alpha val="90000"/>
            <a:hueOff val="0"/>
            <a:satOff val="0"/>
            <a:lumOff val="0"/>
            <a:alphaOff val="-2000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u="sng" kern="1200" dirty="0">
              <a:solidFill>
                <a:srgbClr val="EDEDED"/>
              </a:solidFill>
              <a:latin typeface="Eras Medium ITC" panose="020B0602030504020804" pitchFamily="34" charset="0"/>
            </a:rPr>
            <a:t>AI Psychosis Model (Conceptual Framework)</a:t>
          </a:r>
          <a:endParaRPr lang="en-IN" sz="2100" kern="1200" dirty="0"/>
        </a:p>
      </dsp:txBody>
      <dsp:txXfrm rot="10800000">
        <a:off x="0" y="1869184"/>
        <a:ext cx="10515600" cy="612568"/>
      </dsp:txXfrm>
    </dsp:sp>
    <dsp:sp modelId="{0CE1ADCB-05D6-4D13-9FE2-D6A4B600ADC9}">
      <dsp:nvSpPr>
        <dsp:cNvPr id="0" name=""/>
        <dsp:cNvSpPr/>
      </dsp:nvSpPr>
      <dsp:spPr>
        <a:xfrm rot="10800000">
          <a:off x="0" y="935632"/>
          <a:ext cx="10515600" cy="942746"/>
        </a:xfrm>
        <a:prstGeom prst="upArrowCallout">
          <a:avLst/>
        </a:prstGeom>
        <a:solidFill>
          <a:schemeClr val="accent3">
            <a:alpha val="90000"/>
            <a:hueOff val="0"/>
            <a:satOff val="0"/>
            <a:lumOff val="0"/>
            <a:alphaOff val="-3000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Problem Statement</a:t>
          </a:r>
          <a:endParaRPr lang="en-IN" sz="2100" kern="1200"/>
        </a:p>
      </dsp:txBody>
      <dsp:txXfrm rot="10800000">
        <a:off x="0" y="935632"/>
        <a:ext cx="10515600" cy="612568"/>
      </dsp:txXfrm>
    </dsp:sp>
    <dsp:sp modelId="{6A26830A-98B0-4CF4-ACC3-8372A9928B64}">
      <dsp:nvSpPr>
        <dsp:cNvPr id="0" name=""/>
        <dsp:cNvSpPr/>
      </dsp:nvSpPr>
      <dsp:spPr>
        <a:xfrm rot="10800000">
          <a:off x="0" y="2080"/>
          <a:ext cx="10515600" cy="942746"/>
        </a:xfrm>
        <a:prstGeom prst="upArrowCallout">
          <a:avLst/>
        </a:prstGeom>
        <a:solidFill>
          <a:schemeClr val="accent3">
            <a:alpha val="90000"/>
            <a:hueOff val="0"/>
            <a:satOff val="0"/>
            <a:lumOff val="0"/>
            <a:alphaOff val="-4000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Introduction</a:t>
          </a:r>
          <a:endParaRPr lang="en-IN" sz="2100" kern="1200" dirty="0"/>
        </a:p>
      </dsp:txBody>
      <dsp:txXfrm rot="10800000">
        <a:off x="0" y="2080"/>
        <a:ext cx="10515600" cy="61256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F54723-B5C0-448E-89C2-5C4D21C0F9C7}">
      <dsp:nvSpPr>
        <dsp:cNvPr id="0" name=""/>
        <dsp:cNvSpPr/>
      </dsp:nvSpPr>
      <dsp:spPr>
        <a:xfrm rot="5400000">
          <a:off x="485981" y="1604301"/>
          <a:ext cx="1463642" cy="2435467"/>
        </a:xfrm>
        <a:prstGeom prst="corner">
          <a:avLst>
            <a:gd name="adj1" fmla="val 16120"/>
            <a:gd name="adj2" fmla="val 16110"/>
          </a:avLst>
        </a:prstGeom>
        <a:solidFill>
          <a:schemeClr val="accent3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6DB3EE-7B03-438F-9289-48315CEDB6FA}">
      <dsp:nvSpPr>
        <dsp:cNvPr id="0" name=""/>
        <dsp:cNvSpPr/>
      </dsp:nvSpPr>
      <dsp:spPr>
        <a:xfrm>
          <a:off x="241663" y="2331981"/>
          <a:ext cx="2198753" cy="19273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kern="1200"/>
            <a:t>Generative AI tools are increasingly integrated into daily life.</a:t>
          </a:r>
        </a:p>
      </dsp:txBody>
      <dsp:txXfrm>
        <a:off x="241663" y="2331981"/>
        <a:ext cx="2198753" cy="1927336"/>
      </dsp:txXfrm>
    </dsp:sp>
    <dsp:sp modelId="{577F77B0-DC7B-4A8E-A613-1828042BF7AB}">
      <dsp:nvSpPr>
        <dsp:cNvPr id="0" name=""/>
        <dsp:cNvSpPr/>
      </dsp:nvSpPr>
      <dsp:spPr>
        <a:xfrm>
          <a:off x="2025558" y="1424999"/>
          <a:ext cx="414859" cy="414859"/>
        </a:xfrm>
        <a:prstGeom prst="triangle">
          <a:avLst>
            <a:gd name="adj" fmla="val 100000"/>
          </a:avLst>
        </a:prstGeom>
        <a:solidFill>
          <a:schemeClr val="accent3">
            <a:alpha val="90000"/>
            <a:hueOff val="0"/>
            <a:satOff val="0"/>
            <a:lumOff val="0"/>
            <a:alphaOff val="-6667"/>
          </a:schemeClr>
        </a:solidFill>
        <a:ln w="6350" cap="flat" cmpd="sng" algn="ctr">
          <a:solidFill>
            <a:schemeClr val="accent3">
              <a:alpha val="90000"/>
              <a:hueOff val="0"/>
              <a:satOff val="0"/>
              <a:lumOff val="0"/>
              <a:alphaOff val="-6667"/>
            </a:schemeClr>
          </a:solidFill>
          <a:prstDash val="solid"/>
          <a:miter lim="800000"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9EED0D-D207-41E3-975D-B174486F84D3}">
      <dsp:nvSpPr>
        <dsp:cNvPr id="0" name=""/>
        <dsp:cNvSpPr/>
      </dsp:nvSpPr>
      <dsp:spPr>
        <a:xfrm rot="5400000">
          <a:off x="3177686" y="938236"/>
          <a:ext cx="1463642" cy="2435467"/>
        </a:xfrm>
        <a:prstGeom prst="corner">
          <a:avLst>
            <a:gd name="adj1" fmla="val 16120"/>
            <a:gd name="adj2" fmla="val 16110"/>
          </a:avLst>
        </a:prstGeom>
        <a:solidFill>
          <a:schemeClr val="accent3">
            <a:alpha val="90000"/>
            <a:hueOff val="0"/>
            <a:satOff val="0"/>
            <a:lumOff val="0"/>
            <a:alphaOff val="-13333"/>
          </a:schemeClr>
        </a:solidFill>
        <a:ln w="6350" cap="flat" cmpd="sng" algn="ctr">
          <a:solidFill>
            <a:schemeClr val="accent3">
              <a:alpha val="90000"/>
              <a:hueOff val="0"/>
              <a:satOff val="0"/>
              <a:lumOff val="0"/>
              <a:alphaOff val="-13333"/>
            </a:schemeClr>
          </a:solidFill>
          <a:prstDash val="solid"/>
          <a:miter lim="800000"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35BE7D-DF4C-4611-A597-57A0F1D0A048}">
      <dsp:nvSpPr>
        <dsp:cNvPr id="0" name=""/>
        <dsp:cNvSpPr/>
      </dsp:nvSpPr>
      <dsp:spPr>
        <a:xfrm>
          <a:off x="2933368" y="1665916"/>
          <a:ext cx="2198753" cy="19273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kern="1200"/>
            <a:t>Over-reliance on AI systems has raised concerns about cognitive offloading.</a:t>
          </a:r>
        </a:p>
      </dsp:txBody>
      <dsp:txXfrm>
        <a:off x="2933368" y="1665916"/>
        <a:ext cx="2198753" cy="1927336"/>
      </dsp:txXfrm>
    </dsp:sp>
    <dsp:sp modelId="{E445E8D2-0764-4D6F-B14D-3BF2F2A568CD}">
      <dsp:nvSpPr>
        <dsp:cNvPr id="0" name=""/>
        <dsp:cNvSpPr/>
      </dsp:nvSpPr>
      <dsp:spPr>
        <a:xfrm>
          <a:off x="4717262" y="758934"/>
          <a:ext cx="414859" cy="414859"/>
        </a:xfrm>
        <a:prstGeom prst="triangle">
          <a:avLst>
            <a:gd name="adj" fmla="val 100000"/>
          </a:avLst>
        </a:prstGeom>
        <a:solidFill>
          <a:schemeClr val="accent3">
            <a:alpha val="90000"/>
            <a:hueOff val="0"/>
            <a:satOff val="0"/>
            <a:lumOff val="0"/>
            <a:alphaOff val="-20000"/>
          </a:schemeClr>
        </a:solidFill>
        <a:ln w="6350" cap="flat" cmpd="sng" algn="ctr">
          <a:solidFill>
            <a:schemeClr val="accent3">
              <a:alpha val="90000"/>
              <a:hueOff val="0"/>
              <a:satOff val="0"/>
              <a:lumOff val="0"/>
              <a:alphaOff val="-20000"/>
            </a:schemeClr>
          </a:solidFill>
          <a:prstDash val="solid"/>
          <a:miter lim="800000"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D1FC7B-93B1-4317-B645-78A6107B5146}">
      <dsp:nvSpPr>
        <dsp:cNvPr id="0" name=""/>
        <dsp:cNvSpPr/>
      </dsp:nvSpPr>
      <dsp:spPr>
        <a:xfrm rot="5400000">
          <a:off x="5869390" y="272171"/>
          <a:ext cx="1463642" cy="2435467"/>
        </a:xfrm>
        <a:prstGeom prst="corner">
          <a:avLst>
            <a:gd name="adj1" fmla="val 16120"/>
            <a:gd name="adj2" fmla="val 16110"/>
          </a:avLst>
        </a:prstGeom>
        <a:solidFill>
          <a:schemeClr val="accent3">
            <a:alpha val="90000"/>
            <a:hueOff val="0"/>
            <a:satOff val="0"/>
            <a:lumOff val="0"/>
            <a:alphaOff val="-26667"/>
          </a:schemeClr>
        </a:solidFill>
        <a:ln w="6350" cap="flat" cmpd="sng" algn="ctr">
          <a:solidFill>
            <a:schemeClr val="accent3">
              <a:alpha val="90000"/>
              <a:hueOff val="0"/>
              <a:satOff val="0"/>
              <a:lumOff val="0"/>
              <a:alphaOff val="-26667"/>
            </a:schemeClr>
          </a:solidFill>
          <a:prstDash val="solid"/>
          <a:miter lim="800000"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D3C7FA-69D1-4393-B298-6489F8D96639}">
      <dsp:nvSpPr>
        <dsp:cNvPr id="0" name=""/>
        <dsp:cNvSpPr/>
      </dsp:nvSpPr>
      <dsp:spPr>
        <a:xfrm>
          <a:off x="5625072" y="999851"/>
          <a:ext cx="2198753" cy="19273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kern="1200"/>
            <a:t>Certain AI behaviors resemble hallucinations and inconsistent reasoning.</a:t>
          </a:r>
        </a:p>
      </dsp:txBody>
      <dsp:txXfrm>
        <a:off x="5625072" y="999851"/>
        <a:ext cx="2198753" cy="1927336"/>
      </dsp:txXfrm>
    </dsp:sp>
    <dsp:sp modelId="{2C95C6A5-1177-4A21-880B-D19D70BE1842}">
      <dsp:nvSpPr>
        <dsp:cNvPr id="0" name=""/>
        <dsp:cNvSpPr/>
      </dsp:nvSpPr>
      <dsp:spPr>
        <a:xfrm>
          <a:off x="7408967" y="92869"/>
          <a:ext cx="414859" cy="414859"/>
        </a:xfrm>
        <a:prstGeom prst="triangle">
          <a:avLst>
            <a:gd name="adj" fmla="val 100000"/>
          </a:avLst>
        </a:prstGeom>
        <a:solidFill>
          <a:schemeClr val="accent3">
            <a:alpha val="90000"/>
            <a:hueOff val="0"/>
            <a:satOff val="0"/>
            <a:lumOff val="0"/>
            <a:alphaOff val="-33333"/>
          </a:schemeClr>
        </a:solidFill>
        <a:ln w="6350" cap="flat" cmpd="sng" algn="ctr">
          <a:solidFill>
            <a:schemeClr val="accent3">
              <a:alpha val="90000"/>
              <a:hueOff val="0"/>
              <a:satOff val="0"/>
              <a:lumOff val="0"/>
              <a:alphaOff val="-33333"/>
            </a:schemeClr>
          </a:solidFill>
          <a:prstDash val="solid"/>
          <a:miter lim="800000"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B8638E-B925-4639-8FB0-09C2F3E1CE3B}">
      <dsp:nvSpPr>
        <dsp:cNvPr id="0" name=""/>
        <dsp:cNvSpPr/>
      </dsp:nvSpPr>
      <dsp:spPr>
        <a:xfrm rot="5400000">
          <a:off x="8561095" y="-393893"/>
          <a:ext cx="1463642" cy="2435467"/>
        </a:xfrm>
        <a:prstGeom prst="corner">
          <a:avLst>
            <a:gd name="adj1" fmla="val 16120"/>
            <a:gd name="adj2" fmla="val 16110"/>
          </a:avLst>
        </a:prstGeom>
        <a:solidFill>
          <a:schemeClr val="accent3">
            <a:alpha val="90000"/>
            <a:hueOff val="0"/>
            <a:satOff val="0"/>
            <a:lumOff val="0"/>
            <a:alphaOff val="-40000"/>
          </a:schemeClr>
        </a:solidFill>
        <a:ln w="6350" cap="flat" cmpd="sng" algn="ctr">
          <a:solidFill>
            <a:schemeClr val="accent3">
              <a:alpha val="90000"/>
              <a:hueOff val="0"/>
              <a:satOff val="0"/>
              <a:lumOff val="0"/>
              <a:alphaOff val="-40000"/>
            </a:schemeClr>
          </a:solidFill>
          <a:prstDash val="solid"/>
          <a:miter lim="800000"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EE14E8-9788-4381-8A9C-9D0824B53F30}">
      <dsp:nvSpPr>
        <dsp:cNvPr id="0" name=""/>
        <dsp:cNvSpPr/>
      </dsp:nvSpPr>
      <dsp:spPr>
        <a:xfrm>
          <a:off x="8316776" y="333786"/>
          <a:ext cx="2198753" cy="19273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kern="1200"/>
            <a:t>Similar patterns are observed in human users.</a:t>
          </a:r>
        </a:p>
      </dsp:txBody>
      <dsp:txXfrm>
        <a:off x="8316776" y="333786"/>
        <a:ext cx="2198753" cy="192733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256763E-1462-4091-9B0A-88D71F35AEC8}">
      <dsp:nvSpPr>
        <dsp:cNvPr id="0" name=""/>
        <dsp:cNvSpPr/>
      </dsp:nvSpPr>
      <dsp:spPr>
        <a:xfrm>
          <a:off x="4464" y="0"/>
          <a:ext cx="9135070" cy="1655762"/>
        </a:xfrm>
        <a:prstGeom prst="roundRect">
          <a:avLst>
            <a:gd name="adj" fmla="val 10000"/>
          </a:avLst>
        </a:prstGeom>
        <a:solidFill>
          <a:schemeClr val="accent3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100" kern="1200" dirty="0">
              <a:solidFill>
                <a:schemeClr val="tx1"/>
              </a:solidFill>
            </a:rPr>
            <a:t>Excessive dependence on generative AI systems may negatively impact human cognitive autonomy and emotional regulation.</a:t>
          </a:r>
        </a:p>
      </dsp:txBody>
      <dsp:txXfrm>
        <a:off x="52960" y="48496"/>
        <a:ext cx="9038078" cy="155877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BD8AE8-93BB-4B8B-A1DE-CAE8693EB025}">
      <dsp:nvSpPr>
        <dsp:cNvPr id="0" name=""/>
        <dsp:cNvSpPr/>
      </dsp:nvSpPr>
      <dsp:spPr>
        <a:xfrm rot="5400000">
          <a:off x="6589693" y="-2661723"/>
          <a:ext cx="1121829" cy="672998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Reliance on AI for basic thinking tasks</a:t>
          </a:r>
          <a:endParaRPr lang="en-IN" sz="2800" kern="1200" dirty="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Reduced independent reasoning</a:t>
          </a:r>
          <a:endParaRPr lang="en-IN" sz="2800" kern="1200" dirty="0"/>
        </a:p>
      </dsp:txBody>
      <dsp:txXfrm rot="-5400000">
        <a:off x="3785616" y="197117"/>
        <a:ext cx="6675221" cy="1012303"/>
      </dsp:txXfrm>
    </dsp:sp>
    <dsp:sp modelId="{F3BD8250-6D65-484E-BA5B-583CB9CF087E}">
      <dsp:nvSpPr>
        <dsp:cNvPr id="0" name=""/>
        <dsp:cNvSpPr/>
      </dsp:nvSpPr>
      <dsp:spPr>
        <a:xfrm>
          <a:off x="0" y="2124"/>
          <a:ext cx="3785616" cy="1402286"/>
        </a:xfrm>
        <a:prstGeom prst="roundRect">
          <a:avLst/>
        </a:prstGeom>
        <a:solidFill>
          <a:schemeClr val="bg1">
            <a:lumMod val="6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55245" rIns="110490" bIns="5524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900" b="1" kern="1200" dirty="0">
              <a:solidFill>
                <a:schemeClr val="tx1"/>
              </a:solidFill>
            </a:rPr>
            <a:t>Level 1 – Cognitive Offloading</a:t>
          </a:r>
          <a:endParaRPr lang="en-IN" sz="2900" kern="1200" dirty="0">
            <a:solidFill>
              <a:schemeClr val="tx1"/>
            </a:solidFill>
          </a:endParaRPr>
        </a:p>
      </dsp:txBody>
      <dsp:txXfrm>
        <a:off x="68454" y="70578"/>
        <a:ext cx="3648708" cy="1265378"/>
      </dsp:txXfrm>
    </dsp:sp>
    <dsp:sp modelId="{065B87A1-273F-46F3-BA44-0C4ACCF95142}">
      <dsp:nvSpPr>
        <dsp:cNvPr id="0" name=""/>
        <dsp:cNvSpPr/>
      </dsp:nvSpPr>
      <dsp:spPr>
        <a:xfrm rot="5400000">
          <a:off x="6589693" y="-1189323"/>
          <a:ext cx="1121829" cy="672998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Frequent use of AI for decision-making</a:t>
          </a:r>
          <a:endParaRPr lang="en-IN" sz="2800" kern="1200" dirty="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Difficulty functioning without AI assistance</a:t>
          </a:r>
          <a:endParaRPr lang="en-IN" sz="2800" kern="1200" dirty="0"/>
        </a:p>
      </dsp:txBody>
      <dsp:txXfrm rot="-5400000">
        <a:off x="3785616" y="1669517"/>
        <a:ext cx="6675221" cy="1012303"/>
      </dsp:txXfrm>
    </dsp:sp>
    <dsp:sp modelId="{6A3566EE-BD00-48EC-B985-924CCFE8A8EB}">
      <dsp:nvSpPr>
        <dsp:cNvPr id="0" name=""/>
        <dsp:cNvSpPr/>
      </dsp:nvSpPr>
      <dsp:spPr>
        <a:xfrm>
          <a:off x="0" y="1474525"/>
          <a:ext cx="3785616" cy="1402286"/>
        </a:xfrm>
        <a:prstGeom prst="roundRect">
          <a:avLst/>
        </a:prstGeom>
        <a:solidFill>
          <a:schemeClr val="bg1">
            <a:lumMod val="6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55245" rIns="110490" bIns="5524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900" b="1" kern="1200" dirty="0">
              <a:solidFill>
                <a:schemeClr val="tx1"/>
              </a:solidFill>
            </a:rPr>
            <a:t>Level 2 – Dependency Formation</a:t>
          </a:r>
          <a:endParaRPr lang="en-IN" sz="2900" kern="1200" dirty="0">
            <a:solidFill>
              <a:schemeClr val="tx1"/>
            </a:solidFill>
          </a:endParaRPr>
        </a:p>
      </dsp:txBody>
      <dsp:txXfrm>
        <a:off x="68454" y="1542979"/>
        <a:ext cx="3648708" cy="1265378"/>
      </dsp:txXfrm>
    </dsp:sp>
    <dsp:sp modelId="{11706692-25A9-4859-90B9-07C8E8CECEB0}">
      <dsp:nvSpPr>
        <dsp:cNvPr id="0" name=""/>
        <dsp:cNvSpPr/>
      </dsp:nvSpPr>
      <dsp:spPr>
        <a:xfrm rot="5400000">
          <a:off x="6589693" y="283077"/>
          <a:ext cx="1121829" cy="672998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Emotional attachment to AI systems</a:t>
          </a:r>
          <a:endParaRPr lang="en-IN" sz="2800" kern="1200" dirty="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Acceptance of incorrect AI outputs as valid</a:t>
          </a:r>
          <a:endParaRPr lang="en-IN" sz="2800" kern="1200" dirty="0"/>
        </a:p>
      </dsp:txBody>
      <dsp:txXfrm rot="-5400000">
        <a:off x="3785616" y="3141918"/>
        <a:ext cx="6675221" cy="1012303"/>
      </dsp:txXfrm>
    </dsp:sp>
    <dsp:sp modelId="{720E2161-E32A-4898-8EEC-B1EC3A8EBBC7}">
      <dsp:nvSpPr>
        <dsp:cNvPr id="0" name=""/>
        <dsp:cNvSpPr/>
      </dsp:nvSpPr>
      <dsp:spPr>
        <a:xfrm>
          <a:off x="0" y="2946926"/>
          <a:ext cx="3785616" cy="1402286"/>
        </a:xfrm>
        <a:prstGeom prst="roundRect">
          <a:avLst/>
        </a:prstGeom>
        <a:solidFill>
          <a:schemeClr val="bg1">
            <a:lumMod val="6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55245" rIns="110490" bIns="5524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900" b="1" kern="1200" dirty="0">
              <a:solidFill>
                <a:schemeClr val="tx1"/>
              </a:solidFill>
            </a:rPr>
            <a:t>Level 3 – Behavioural Distortion</a:t>
          </a:r>
          <a:endParaRPr lang="en-IN" sz="2900" kern="1200" dirty="0">
            <a:solidFill>
              <a:schemeClr val="tx1"/>
            </a:solidFill>
          </a:endParaRPr>
        </a:p>
      </dsp:txBody>
      <dsp:txXfrm>
        <a:off x="68454" y="3015380"/>
        <a:ext cx="3648708" cy="126537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2BCF1A-6046-4302-8F3A-1E4EE6050E02}">
      <dsp:nvSpPr>
        <dsp:cNvPr id="0" name=""/>
        <dsp:cNvSpPr/>
      </dsp:nvSpPr>
      <dsp:spPr>
        <a:xfrm>
          <a:off x="0" y="1305401"/>
          <a:ext cx="10515600" cy="1740535"/>
        </a:xfrm>
        <a:prstGeom prst="notchedRightArrow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FD2675-C718-443A-9145-B3D1751843AE}">
      <dsp:nvSpPr>
        <dsp:cNvPr id="0" name=""/>
        <dsp:cNvSpPr/>
      </dsp:nvSpPr>
      <dsp:spPr>
        <a:xfrm>
          <a:off x="4736" y="0"/>
          <a:ext cx="2278208" cy="17405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49352" bIns="149352" numCol="1" spcCol="1270" anchor="b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kern="1200"/>
            <a:t>To study cognitive dependence on generative AI systems</a:t>
          </a:r>
        </a:p>
      </dsp:txBody>
      <dsp:txXfrm>
        <a:off x="4736" y="0"/>
        <a:ext cx="2278208" cy="1740535"/>
      </dsp:txXfrm>
    </dsp:sp>
    <dsp:sp modelId="{DBEC0389-CE5F-49E7-A0B5-2BE649FC336E}">
      <dsp:nvSpPr>
        <dsp:cNvPr id="0" name=""/>
        <dsp:cNvSpPr/>
      </dsp:nvSpPr>
      <dsp:spPr>
        <a:xfrm>
          <a:off x="926274" y="1958102"/>
          <a:ext cx="435133" cy="435133"/>
        </a:xfrm>
        <a:prstGeom prst="ellipse">
          <a:avLst/>
        </a:prstGeom>
        <a:solidFill>
          <a:schemeClr val="accent3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67CA0B-D0E6-4277-8546-D66F61BDCC64}">
      <dsp:nvSpPr>
        <dsp:cNvPr id="0" name=""/>
        <dsp:cNvSpPr/>
      </dsp:nvSpPr>
      <dsp:spPr>
        <a:xfrm>
          <a:off x="2396855" y="2610802"/>
          <a:ext cx="2278208" cy="17405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49352" bIns="149352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kern="1200"/>
            <a:t>To analyze behavioral deviations linked to AI usage</a:t>
          </a:r>
        </a:p>
      </dsp:txBody>
      <dsp:txXfrm>
        <a:off x="2396855" y="2610802"/>
        <a:ext cx="2278208" cy="1740535"/>
      </dsp:txXfrm>
    </dsp:sp>
    <dsp:sp modelId="{D99B81B6-E97B-4BD1-83EC-9AA89AF98D01}">
      <dsp:nvSpPr>
        <dsp:cNvPr id="0" name=""/>
        <dsp:cNvSpPr/>
      </dsp:nvSpPr>
      <dsp:spPr>
        <a:xfrm>
          <a:off x="3318393" y="1958102"/>
          <a:ext cx="435133" cy="435133"/>
        </a:xfrm>
        <a:prstGeom prst="ellipse">
          <a:avLst/>
        </a:prstGeom>
        <a:solidFill>
          <a:schemeClr val="accent3">
            <a:alpha val="90000"/>
            <a:hueOff val="0"/>
            <a:satOff val="0"/>
            <a:lumOff val="0"/>
            <a:alphaOff val="-13333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8C1A4B5-57EE-4823-A801-53085B95FDB2}">
      <dsp:nvSpPr>
        <dsp:cNvPr id="0" name=""/>
        <dsp:cNvSpPr/>
      </dsp:nvSpPr>
      <dsp:spPr>
        <a:xfrm>
          <a:off x="4788975" y="0"/>
          <a:ext cx="2278208" cy="17405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49352" bIns="149352" numCol="1" spcCol="1270" anchor="b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kern="1200"/>
            <a:t>To examine emotional reliance on conversational AI</a:t>
          </a:r>
        </a:p>
      </dsp:txBody>
      <dsp:txXfrm>
        <a:off x="4788975" y="0"/>
        <a:ext cx="2278208" cy="1740535"/>
      </dsp:txXfrm>
    </dsp:sp>
    <dsp:sp modelId="{B3F7C447-27EC-4240-ACBF-123A57AA1DCF}">
      <dsp:nvSpPr>
        <dsp:cNvPr id="0" name=""/>
        <dsp:cNvSpPr/>
      </dsp:nvSpPr>
      <dsp:spPr>
        <a:xfrm>
          <a:off x="5710512" y="1958102"/>
          <a:ext cx="435133" cy="435133"/>
        </a:xfrm>
        <a:prstGeom prst="ellipse">
          <a:avLst/>
        </a:prstGeom>
        <a:solidFill>
          <a:schemeClr val="accent3">
            <a:alpha val="90000"/>
            <a:hueOff val="0"/>
            <a:satOff val="0"/>
            <a:lumOff val="0"/>
            <a:alphaOff val="-26667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640AA07-16FD-4AEC-84ED-A989E5CCBE92}">
      <dsp:nvSpPr>
        <dsp:cNvPr id="0" name=""/>
        <dsp:cNvSpPr/>
      </dsp:nvSpPr>
      <dsp:spPr>
        <a:xfrm>
          <a:off x="7181094" y="2610802"/>
          <a:ext cx="2278208" cy="17405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49352" bIns="149352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kern="1200"/>
            <a:t>To propose an analytical research framework</a:t>
          </a:r>
        </a:p>
      </dsp:txBody>
      <dsp:txXfrm>
        <a:off x="7181094" y="2610802"/>
        <a:ext cx="2278208" cy="1740535"/>
      </dsp:txXfrm>
    </dsp:sp>
    <dsp:sp modelId="{FC43CC6F-F8DA-4256-9838-966C1B7FC279}">
      <dsp:nvSpPr>
        <dsp:cNvPr id="0" name=""/>
        <dsp:cNvSpPr/>
      </dsp:nvSpPr>
      <dsp:spPr>
        <a:xfrm>
          <a:off x="8102632" y="1958102"/>
          <a:ext cx="435133" cy="435133"/>
        </a:xfrm>
        <a:prstGeom prst="ellipse">
          <a:avLst/>
        </a:prstGeom>
        <a:solidFill>
          <a:schemeClr val="accent3">
            <a:alpha val="90000"/>
            <a:hueOff val="0"/>
            <a:satOff val="0"/>
            <a:lumOff val="0"/>
            <a:alphaOff val="-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5520EB-3666-40D0-8B0B-EEE86FB4F20B}">
      <dsp:nvSpPr>
        <dsp:cNvPr id="0" name=""/>
        <dsp:cNvSpPr/>
      </dsp:nvSpPr>
      <dsp:spPr>
        <a:xfrm>
          <a:off x="4877" y="1607785"/>
          <a:ext cx="2839417" cy="1135766"/>
        </a:xfrm>
        <a:prstGeom prst="chevron">
          <a:avLst/>
        </a:prstGeom>
        <a:solidFill>
          <a:schemeClr val="accent3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kern="1200" dirty="0"/>
            <a:t>Increased cognitive offloading observed among students</a:t>
          </a:r>
        </a:p>
      </dsp:txBody>
      <dsp:txXfrm>
        <a:off x="572760" y="1607785"/>
        <a:ext cx="1703651" cy="1135766"/>
      </dsp:txXfrm>
    </dsp:sp>
    <dsp:sp modelId="{3C93252E-1AA5-42FD-92D5-FDB1BC1FDFDF}">
      <dsp:nvSpPr>
        <dsp:cNvPr id="0" name=""/>
        <dsp:cNvSpPr/>
      </dsp:nvSpPr>
      <dsp:spPr>
        <a:xfrm>
          <a:off x="2560353" y="1607785"/>
          <a:ext cx="2839417" cy="1135766"/>
        </a:xfrm>
        <a:prstGeom prst="chevron">
          <a:avLst/>
        </a:prstGeom>
        <a:solidFill>
          <a:schemeClr val="accent3">
            <a:alpha val="90000"/>
            <a:hueOff val="0"/>
            <a:satOff val="0"/>
            <a:lumOff val="0"/>
            <a:alphaOff val="-13333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kern="1200"/>
            <a:t>Reduced problem-solving initiative without AI tools</a:t>
          </a:r>
        </a:p>
      </dsp:txBody>
      <dsp:txXfrm>
        <a:off x="3128236" y="1607785"/>
        <a:ext cx="1703651" cy="1135766"/>
      </dsp:txXfrm>
    </dsp:sp>
    <dsp:sp modelId="{47D8588A-B511-4CF0-8272-55383D63DC78}">
      <dsp:nvSpPr>
        <dsp:cNvPr id="0" name=""/>
        <dsp:cNvSpPr/>
      </dsp:nvSpPr>
      <dsp:spPr>
        <a:xfrm>
          <a:off x="5115829" y="1607785"/>
          <a:ext cx="2839417" cy="1135766"/>
        </a:xfrm>
        <a:prstGeom prst="chevron">
          <a:avLst/>
        </a:prstGeom>
        <a:solidFill>
          <a:schemeClr val="accent3">
            <a:alpha val="90000"/>
            <a:hueOff val="0"/>
            <a:satOff val="0"/>
            <a:lumOff val="0"/>
            <a:alphaOff val="-26667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kern="1200"/>
            <a:t>Emotional dependency in prolonged AI interactions</a:t>
          </a:r>
        </a:p>
      </dsp:txBody>
      <dsp:txXfrm>
        <a:off x="5683712" y="1607785"/>
        <a:ext cx="1703651" cy="1135766"/>
      </dsp:txXfrm>
    </dsp:sp>
    <dsp:sp modelId="{64FE19B4-D227-4DB0-8640-DE2675BAC7D5}">
      <dsp:nvSpPr>
        <dsp:cNvPr id="0" name=""/>
        <dsp:cNvSpPr/>
      </dsp:nvSpPr>
      <dsp:spPr>
        <a:xfrm>
          <a:off x="7671304" y="1607785"/>
          <a:ext cx="2839417" cy="1135766"/>
        </a:xfrm>
        <a:prstGeom prst="chevron">
          <a:avLst/>
        </a:prstGeom>
        <a:solidFill>
          <a:schemeClr val="accent3">
            <a:alpha val="90000"/>
            <a:hueOff val="0"/>
            <a:satOff val="0"/>
            <a:lumOff val="0"/>
            <a:alphaOff val="-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kern="1200"/>
            <a:t>Normalization of AI-generated inaccuracies</a:t>
          </a:r>
        </a:p>
      </dsp:txBody>
      <dsp:txXfrm>
        <a:off x="8239187" y="1607785"/>
        <a:ext cx="1703651" cy="113576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0AAEF-31B0-42F4-8A4A-FA9FB7AF86AD}">
      <dsp:nvSpPr>
        <dsp:cNvPr id="0" name=""/>
        <dsp:cNvSpPr/>
      </dsp:nvSpPr>
      <dsp:spPr>
        <a:xfrm>
          <a:off x="4126452" y="43513"/>
          <a:ext cx="2262695" cy="2262695"/>
        </a:xfrm>
        <a:prstGeom prst="ellipse">
          <a:avLst/>
        </a:prstGeom>
        <a:solidFill>
          <a:schemeClr val="accent3">
            <a:shade val="80000"/>
            <a:alpha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/>
            <a:t>Draft research framework prepared</a:t>
          </a:r>
        </a:p>
      </dsp:txBody>
      <dsp:txXfrm>
        <a:off x="4387532" y="348107"/>
        <a:ext cx="1740535" cy="717970"/>
      </dsp:txXfrm>
    </dsp:sp>
    <dsp:sp modelId="{662A9542-4FB6-46CE-95DD-337C881FC452}">
      <dsp:nvSpPr>
        <dsp:cNvPr id="0" name=""/>
        <dsp:cNvSpPr/>
      </dsp:nvSpPr>
      <dsp:spPr>
        <a:xfrm>
          <a:off x="5127259" y="1044321"/>
          <a:ext cx="2262695" cy="2262695"/>
        </a:xfrm>
        <a:prstGeom prst="ellipse">
          <a:avLst/>
        </a:prstGeom>
        <a:solidFill>
          <a:schemeClr val="accent3">
            <a:shade val="80000"/>
            <a:alpha val="50000"/>
            <a:hueOff val="0"/>
            <a:satOff val="0"/>
            <a:lumOff val="2078"/>
            <a:alphaOff val="1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/>
            <a:t>Literature review completed</a:t>
          </a:r>
        </a:p>
      </dsp:txBody>
      <dsp:txXfrm>
        <a:off x="6345634" y="1305401"/>
        <a:ext cx="870267" cy="1740535"/>
      </dsp:txXfrm>
    </dsp:sp>
    <dsp:sp modelId="{A6347BE2-922C-4E2D-A350-612F55D6C727}">
      <dsp:nvSpPr>
        <dsp:cNvPr id="0" name=""/>
        <dsp:cNvSpPr/>
      </dsp:nvSpPr>
      <dsp:spPr>
        <a:xfrm>
          <a:off x="4126452" y="2045128"/>
          <a:ext cx="2262695" cy="2262695"/>
        </a:xfrm>
        <a:prstGeom prst="ellipse">
          <a:avLst/>
        </a:prstGeom>
        <a:solidFill>
          <a:schemeClr val="accent3">
            <a:shade val="80000"/>
            <a:alpha val="50000"/>
            <a:hueOff val="0"/>
            <a:satOff val="0"/>
            <a:lumOff val="4155"/>
            <a:alphaOff val="2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/>
            <a:t>Problem scope clearly defined</a:t>
          </a:r>
        </a:p>
      </dsp:txBody>
      <dsp:txXfrm>
        <a:off x="4387532" y="3285260"/>
        <a:ext cx="1740535" cy="717970"/>
      </dsp:txXfrm>
    </dsp:sp>
    <dsp:sp modelId="{D95E4A47-018C-48ED-ACB1-288BB06647D3}">
      <dsp:nvSpPr>
        <dsp:cNvPr id="0" name=""/>
        <dsp:cNvSpPr/>
      </dsp:nvSpPr>
      <dsp:spPr>
        <a:xfrm>
          <a:off x="3125644" y="1044321"/>
          <a:ext cx="2262695" cy="2262695"/>
        </a:xfrm>
        <a:prstGeom prst="ellipse">
          <a:avLst/>
        </a:prstGeom>
        <a:solidFill>
          <a:schemeClr val="accent3">
            <a:shade val="80000"/>
            <a:alpha val="50000"/>
            <a:hueOff val="0"/>
            <a:satOff val="0"/>
            <a:lumOff val="6233"/>
            <a:alphaOff val="3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 dirty="0"/>
            <a:t>Research paper (In Progress)</a:t>
          </a:r>
        </a:p>
      </dsp:txBody>
      <dsp:txXfrm>
        <a:off x="3299697" y="1305401"/>
        <a:ext cx="870267" cy="1740535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FFA8BE-AF0E-43CF-87F8-10989C8BE70D}">
      <dsp:nvSpPr>
        <dsp:cNvPr id="0" name=""/>
        <dsp:cNvSpPr/>
      </dsp:nvSpPr>
      <dsp:spPr>
        <a:xfrm>
          <a:off x="0" y="121896"/>
          <a:ext cx="10515600" cy="824850"/>
        </a:xfrm>
        <a:prstGeom prst="roundRect">
          <a:avLst/>
        </a:prstGeom>
        <a:solidFill>
          <a:schemeClr val="accent3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1"/>
              </a:solidFill>
            </a:rPr>
            <a:t>Mader, Jackie. “‘The Reading Year’: First Grade Is Critical for Reading Skills, but Kids Coming from Disrupted Kindergarten Experiences Are Way Behind.” </a:t>
          </a:r>
          <a:r>
            <a:rPr lang="en-US" sz="1500" i="1" kern="1200" dirty="0">
              <a:solidFill>
                <a:schemeClr val="tx1"/>
              </a:solidFill>
            </a:rPr>
            <a:t>The Hechinger Report</a:t>
          </a:r>
          <a:r>
            <a:rPr lang="en-US" sz="1500" kern="1200" dirty="0">
              <a:solidFill>
                <a:schemeClr val="tx1"/>
              </a:solidFill>
            </a:rPr>
            <a:t>, 16 Apr. 2025, hechingerreport.org/the-reading-year-first-grade-is-critical-for-reading-skills-but-kids-coming-from-disrupted-kindergarten-experiences-are-way-behind/.</a:t>
          </a:r>
          <a:endParaRPr lang="en-IN" sz="1500" kern="1200" dirty="0">
            <a:solidFill>
              <a:schemeClr val="tx1"/>
            </a:solidFill>
          </a:endParaRPr>
        </a:p>
      </dsp:txBody>
      <dsp:txXfrm>
        <a:off x="40266" y="162162"/>
        <a:ext cx="10435068" cy="744318"/>
      </dsp:txXfrm>
    </dsp:sp>
    <dsp:sp modelId="{4312425B-DC1D-4E85-B4CA-193DF2956FE4}">
      <dsp:nvSpPr>
        <dsp:cNvPr id="0" name=""/>
        <dsp:cNvSpPr/>
      </dsp:nvSpPr>
      <dsp:spPr>
        <a:xfrm>
          <a:off x="0" y="989946"/>
          <a:ext cx="10515600" cy="824850"/>
        </a:xfrm>
        <a:prstGeom prst="roundRect">
          <a:avLst/>
        </a:prstGeom>
        <a:solidFill>
          <a:schemeClr val="accent3">
            <a:alpha val="90000"/>
            <a:hueOff val="0"/>
            <a:satOff val="0"/>
            <a:lumOff val="0"/>
            <a:alphaOff val="-8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1"/>
              </a:solidFill>
            </a:rPr>
            <a:t>“Microsoft Attention Spans Research Report.” </a:t>
          </a:r>
          <a:r>
            <a:rPr lang="en-US" sz="1500" i="1" kern="1200" dirty="0">
              <a:solidFill>
                <a:schemeClr val="tx1"/>
              </a:solidFill>
            </a:rPr>
            <a:t>Scribd</a:t>
          </a:r>
          <a:r>
            <a:rPr lang="en-US" sz="1500" kern="1200" dirty="0">
              <a:solidFill>
                <a:schemeClr val="tx1"/>
              </a:solidFill>
            </a:rPr>
            <a:t>, Scribd, www.scribd.com/document/265348695/Microsoft-Attention-Spans-Research-Report.</a:t>
          </a:r>
          <a:endParaRPr lang="en-IN" sz="1500" kern="1200" dirty="0">
            <a:solidFill>
              <a:schemeClr val="tx1"/>
            </a:solidFill>
          </a:endParaRPr>
        </a:p>
      </dsp:txBody>
      <dsp:txXfrm>
        <a:off x="40266" y="1030212"/>
        <a:ext cx="10435068" cy="744318"/>
      </dsp:txXfrm>
    </dsp:sp>
    <dsp:sp modelId="{D5A5F06D-5342-4A2E-ADBC-F77A0D3ADBFD}">
      <dsp:nvSpPr>
        <dsp:cNvPr id="0" name=""/>
        <dsp:cNvSpPr/>
      </dsp:nvSpPr>
      <dsp:spPr>
        <a:xfrm>
          <a:off x="0" y="1857996"/>
          <a:ext cx="10515600" cy="824850"/>
        </a:xfrm>
        <a:prstGeom prst="roundRect">
          <a:avLst/>
        </a:prstGeom>
        <a:solidFill>
          <a:schemeClr val="accent3">
            <a:alpha val="90000"/>
            <a:hueOff val="0"/>
            <a:satOff val="0"/>
            <a:lumOff val="0"/>
            <a:alphaOff val="-16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1"/>
              </a:solidFill>
            </a:rPr>
            <a:t>Mu, </a:t>
          </a:r>
          <a:r>
            <a:rPr lang="en-US" sz="1500" kern="1200" dirty="0" err="1">
              <a:solidFill>
                <a:schemeClr val="tx1"/>
              </a:solidFill>
            </a:rPr>
            <a:t>Honglei</a:t>
          </a:r>
          <a:r>
            <a:rPr lang="en-US" sz="1500" kern="1200" dirty="0">
              <a:solidFill>
                <a:schemeClr val="tx1"/>
              </a:solidFill>
            </a:rPr>
            <a:t>, et al. “Drivers and Consequences of Short-Form Video (SFV) Addiction amongst Adolescents in China: Stress-Coping Theory Perspective.” </a:t>
          </a:r>
          <a:r>
            <a:rPr lang="en-US" sz="1500" i="1" kern="1200" dirty="0">
              <a:solidFill>
                <a:schemeClr val="tx1"/>
              </a:solidFill>
            </a:rPr>
            <a:t>MDPI</a:t>
          </a:r>
          <a:r>
            <a:rPr lang="en-US" sz="1500" kern="1200" dirty="0">
              <a:solidFill>
                <a:schemeClr val="tx1"/>
              </a:solidFill>
            </a:rPr>
            <a:t>, Multidisciplinary Digital Publishing Institute, 29 Oct. 2022, www.mdpi.com/1660-4601/19/21/14173.</a:t>
          </a:r>
          <a:endParaRPr lang="en-IN" sz="1500" kern="1200" dirty="0">
            <a:solidFill>
              <a:schemeClr val="tx1"/>
            </a:solidFill>
          </a:endParaRPr>
        </a:p>
      </dsp:txBody>
      <dsp:txXfrm>
        <a:off x="40266" y="1898262"/>
        <a:ext cx="10435068" cy="744318"/>
      </dsp:txXfrm>
    </dsp:sp>
    <dsp:sp modelId="{7648DA24-C0B0-4B16-8E3C-83E232C2D998}">
      <dsp:nvSpPr>
        <dsp:cNvPr id="0" name=""/>
        <dsp:cNvSpPr/>
      </dsp:nvSpPr>
      <dsp:spPr>
        <a:xfrm>
          <a:off x="0" y="2726047"/>
          <a:ext cx="10515600" cy="824850"/>
        </a:xfrm>
        <a:prstGeom prst="roundRect">
          <a:avLst/>
        </a:prstGeom>
        <a:solidFill>
          <a:schemeClr val="accent3">
            <a:alpha val="90000"/>
            <a:hueOff val="0"/>
            <a:satOff val="0"/>
            <a:lumOff val="0"/>
            <a:alphaOff val="-24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1"/>
              </a:solidFill>
            </a:rPr>
            <a:t>“NAEP Report Card: Reading.” </a:t>
          </a:r>
          <a:r>
            <a:rPr lang="en-US" sz="1500" i="1" kern="1200" dirty="0">
              <a:solidFill>
                <a:schemeClr val="tx1"/>
              </a:solidFill>
            </a:rPr>
            <a:t>The Nation’s Report Card</a:t>
          </a:r>
          <a:r>
            <a:rPr lang="en-US" sz="1500" kern="1200" dirty="0">
              <a:solidFill>
                <a:schemeClr val="tx1"/>
              </a:solidFill>
            </a:rPr>
            <a:t>, www.nationsreportcard.gov/reports/reading/2024/g4_8/?grade=4.</a:t>
          </a:r>
          <a:endParaRPr lang="en-IN" sz="1500" kern="1200" dirty="0">
            <a:solidFill>
              <a:schemeClr val="tx1"/>
            </a:solidFill>
          </a:endParaRPr>
        </a:p>
      </dsp:txBody>
      <dsp:txXfrm>
        <a:off x="40266" y="2766313"/>
        <a:ext cx="10435068" cy="744318"/>
      </dsp:txXfrm>
    </dsp:sp>
    <dsp:sp modelId="{9A2F8375-8407-41CA-9B13-F43B9ABF1BFB}">
      <dsp:nvSpPr>
        <dsp:cNvPr id="0" name=""/>
        <dsp:cNvSpPr/>
      </dsp:nvSpPr>
      <dsp:spPr>
        <a:xfrm>
          <a:off x="0" y="3594097"/>
          <a:ext cx="10515600" cy="824850"/>
        </a:xfrm>
        <a:prstGeom prst="roundRect">
          <a:avLst/>
        </a:prstGeom>
        <a:solidFill>
          <a:schemeClr val="accent3">
            <a:alpha val="90000"/>
            <a:hueOff val="0"/>
            <a:satOff val="0"/>
            <a:lumOff val="0"/>
            <a:alphaOff val="-32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i="1" kern="1200" dirty="0">
              <a:solidFill>
                <a:schemeClr val="tx1"/>
              </a:solidFill>
            </a:rPr>
            <a:t>The Pandemic Erased Two Decades of Progress in Math and Reading (Published 2022)</a:t>
          </a:r>
          <a:r>
            <a:rPr lang="en-US" sz="1500" kern="1200" dirty="0">
              <a:solidFill>
                <a:schemeClr val="tx1"/>
              </a:solidFill>
            </a:rPr>
            <a:t>, www.nytimes.com/2022/09/01/us/national-test-scores-math-reading-pandemic.html.</a:t>
          </a:r>
          <a:endParaRPr lang="en-IN" sz="1500" kern="1200" dirty="0">
            <a:solidFill>
              <a:schemeClr val="tx1"/>
            </a:solidFill>
          </a:endParaRPr>
        </a:p>
      </dsp:txBody>
      <dsp:txXfrm>
        <a:off x="40266" y="3634363"/>
        <a:ext cx="10435068" cy="744318"/>
      </dsp:txXfrm>
    </dsp:sp>
    <dsp:sp modelId="{727E35E9-B4A6-4ED5-A760-CC49EB8909D4}">
      <dsp:nvSpPr>
        <dsp:cNvPr id="0" name=""/>
        <dsp:cNvSpPr/>
      </dsp:nvSpPr>
      <dsp:spPr>
        <a:xfrm>
          <a:off x="0" y="4462147"/>
          <a:ext cx="10515600" cy="824850"/>
        </a:xfrm>
        <a:prstGeom prst="roundRect">
          <a:avLst/>
        </a:prstGeom>
        <a:solidFill>
          <a:schemeClr val="accent3">
            <a:alpha val="90000"/>
            <a:hueOff val="0"/>
            <a:satOff val="0"/>
            <a:lumOff val="0"/>
            <a:alphaOff val="-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1"/>
              </a:solidFill>
            </a:rPr>
            <a:t>Sha, Peng, and Xiaoyu Dong. “Research on Adolescents Regarding the Indirect Effect of Depression, Anxiety, and Stress between TikTok Use Disorder and Memory Loss.” </a:t>
          </a:r>
          <a:r>
            <a:rPr lang="en-US" sz="1500" i="1" kern="1200" dirty="0">
              <a:solidFill>
                <a:schemeClr val="tx1"/>
              </a:solidFill>
            </a:rPr>
            <a:t>MDPI</a:t>
          </a:r>
          <a:r>
            <a:rPr lang="en-US" sz="1500" kern="1200" dirty="0">
              <a:solidFill>
                <a:schemeClr val="tx1"/>
              </a:solidFill>
            </a:rPr>
            <a:t>, Multidisciplinary Digital Publishing Institute, 21 Aug. 2021, www.mdpi.com/166t0-4601/18/16/8820.</a:t>
          </a:r>
          <a:endParaRPr lang="en-IN" sz="1500" kern="1200" dirty="0">
            <a:solidFill>
              <a:schemeClr val="tx1"/>
            </a:solidFill>
          </a:endParaRPr>
        </a:p>
      </dsp:txBody>
      <dsp:txXfrm>
        <a:off x="40266" y="4502413"/>
        <a:ext cx="10435068" cy="74431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9/3/layout/StepUpProcess">
  <dgm:title val=""/>
  <dgm:desc val=""/>
  <dgm:catLst>
    <dgm:cat type="process" pri="13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b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b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onstrLst>
      <dgm:constr type="alignOff" forName="rootnode" val="1"/>
      <dgm:constr type="primFontSz" for="des" ptType="node" op="equ" val="65"/>
      <dgm:constr type="w" for="ch" forName="composite" refType="w"/>
      <dgm:constr type="h" for="ch" forName="composite" refType="h"/>
      <dgm:constr type="sp" refType="h" refFor="ch" refForName="composite" op="equ" fact="-0.765"/>
      <dgm:constr type="w" for="ch" forName="sibTrans" refType="w" fact="0.103"/>
      <dgm:constr type="h" for="ch" forName="sibTrans" refType="h" fact="0.103"/>
    </dgm:constrLst>
    <dgm:forEach name="nodesForEach" axis="ch" ptType="node">
      <dgm:layoutNode name="composite">
        <dgm:alg type="composite">
          <dgm:param type="ar" val="0.861"/>
        </dgm:alg>
        <dgm:shape xmlns:r="http://schemas.openxmlformats.org/officeDocument/2006/relationships" r:blip="">
          <dgm:adjLst/>
        </dgm:shape>
        <dgm:choose name="Name3">
          <dgm:if name="Name4" func="var" arg="dir" op="equ" val="norm">
            <dgm:constrLst>
              <dgm:constr type="l" for="ch" forName="LShape" refType="w" fact="0"/>
              <dgm:constr type="t" for="ch" forName="LShape" refType="h" fact="0.2347"/>
              <dgm:constr type="w" for="ch" forName="LShape" refType="w" fact="0.998"/>
              <dgm:constr type="h" for="ch" forName="LShape" refType="h" fact="0.5164"/>
              <dgm:constr type="r" for="ch" forName="ParentText" refType="w"/>
              <dgm:constr type="t" for="ch" forName="ParentText" refType="h" fact="0.32"/>
              <dgm:constr type="w" for="ch" forName="ParentText" refType="w" fact="0.901"/>
              <dgm:constr type="h" for="ch" forName="ParentText" refType="h" fact="0.68"/>
              <dgm:constr type="l" for="ch" forName="Triangle" refType="w" fact="0.83"/>
              <dgm:constr type="t" for="ch" forName="Triangle" refType="h" fact="0"/>
              <dgm:constr type="w" for="ch" forName="Triangle" refType="w" fact="0.17"/>
              <dgm:constr type="h" for="ch" forName="Triangle" refType="w" refFor="ch" refForName="Triangle"/>
            </dgm:constrLst>
          </dgm:if>
          <dgm:else name="Name5">
            <dgm:constrLst>
              <dgm:constr type="l" for="ch" forName="LShape" refType="w" fact="0.002"/>
              <dgm:constr type="t" for="ch" forName="LShape" refType="h" fact="0.2347"/>
              <dgm:constr type="w" for="ch" forName="LShape" refType="w"/>
              <dgm:constr type="h" for="ch" forName="LShape" refType="h" fact="0.5164"/>
              <dgm:constr type="l" for="ch" forName="ParentText" refType="w" fact="0"/>
              <dgm:constr type="t" for="ch" forName="ParentText" refType="h" fact="0.32"/>
              <dgm:constr type="w" for="ch" forName="ParentText" refType="w" fact="0.902"/>
              <dgm:constr type="h" for="ch" forName="ParentText" refType="h" fact="0.68"/>
              <dgm:constr type="l" for="ch" forName="Triangle" refType="w" fact="0"/>
              <dgm:constr type="t" for="ch" forName="Triangle" refType="h" fact="0"/>
              <dgm:constr type="w" for="ch" forName="Triangle" refType="w" fact="0.17"/>
              <dgm:constr type="h" for="ch" forName="Triangle" refType="w" refFor="ch" refForName="Triangle"/>
            </dgm:constrLst>
          </dgm:else>
        </dgm:choose>
        <dgm:layoutNode name="LShape" styleLbl="alignNode1">
          <dgm:alg type="sp"/>
          <dgm:choose name="Name6">
            <dgm:if name="Name7" func="var" arg="dir" op="equ" val="norm">
              <dgm:shape xmlns:r="http://schemas.openxmlformats.org/officeDocument/2006/relationships" rot="90" type="corner" r:blip="">
                <dgm:adjLst>
                  <dgm:adj idx="1" val="0.1612"/>
                  <dgm:adj idx="2" val="0.1611"/>
                </dgm:adjLst>
              </dgm:shape>
            </dgm:if>
            <dgm:else name="Name8">
              <dgm:shape xmlns:r="http://schemas.openxmlformats.org/officeDocument/2006/relationships" rot="180" type="corner" r:blip="">
                <dgm:adjLst>
                  <dgm:adj idx="1" val="0.1612"/>
                  <dgm:adj idx="2" val="0.1611"/>
                </dgm:adjLst>
              </dgm:shape>
            </dgm:else>
          </dgm:choose>
          <dgm:presOf/>
        </dgm:layoutNode>
        <dgm:layoutNode name="ParentText" styleLbl="revTx">
          <dgm:varLst>
            <dgm:chMax val="0"/>
            <dgm:chPref val="0"/>
            <dgm:bulletEnabled val="1"/>
          </dgm:varLst>
          <dgm:alg type="tx">
            <dgm:param type="parTxLTRAlign" val="l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9">
          <dgm:if name="Name10" axis="followSib" ptType="node" func="cnt" op="gte" val="1">
            <dgm:layoutNode name="Triangle" styleLbl="alignNode1">
              <dgm:alg type="sp"/>
              <dgm:choose name="Name11">
                <dgm:if name="Name12" func="var" arg="dir" op="equ" val="norm">
                  <dgm:shape xmlns:r="http://schemas.openxmlformats.org/officeDocument/2006/relationships" type="triangle" r:blip="">
                    <dgm:adjLst>
                      <dgm:adj idx="1" val="1"/>
                    </dgm:adjLst>
                  </dgm:shape>
                </dgm:if>
                <dgm:else name="Name13">
                  <dgm:shape xmlns:r="http://schemas.openxmlformats.org/officeDocument/2006/relationships" rot="90" type="triangle" r:blip="">
                    <dgm:adjLst>
                      <dgm:adj idx="1" val="1"/>
                    </dgm:adjLst>
                  </dgm:shape>
                </dgm:else>
              </dgm:choose>
              <dgm:presOf/>
            </dgm:layoutNode>
          </dgm:if>
          <dgm:else name="Name14"/>
        </dgm:choose>
      </dgm:layoutNode>
      <dgm:forEach name="sibTransForEach" axis="followSib" ptType="sibTrans" cnt="1">
        <dgm:layoutNode name="sibTrans">
          <dgm:alg type="composite">
            <dgm:param type="ar" val="0.861"/>
          </dgm:alg>
          <dgm:constrLst>
            <dgm:constr type="w" for="ch" forName="space" refType="w"/>
            <dgm:constr type="h" for="ch" forName="space" refType="w"/>
          </dgm:constrLst>
          <dgm:layoutNode name="space" styleLbl="alignNode1">
            <dgm:alg type="sp"/>
            <dgm:shape xmlns:r="http://schemas.openxmlformats.org/officeDocument/2006/relationships" r:blip="">
              <dgm:adjLst/>
            </dgm:shape>
            <dgm:presOf/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enn1">
  <dgm:title val=""/>
  <dgm:desc val=""/>
  <dgm:catLst>
    <dgm:cat type="relationship" pri="28000"/>
    <dgm:cat type="convert" pri="19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clrData>
  <dgm:layoutNode name="compositeShape">
    <dgm:varLst>
      <dgm:chMax val="7"/>
      <dgm:dir/>
      <dgm:resizeHandles val="exact"/>
    </dgm:varLst>
    <dgm:choose name="Name0">
      <dgm:if name="Name1" axis="ch" ptType="node" func="cnt" op="equ" val="1">
        <dgm:alg type="composite">
          <dgm:param type="ar" val="1"/>
        </dgm:alg>
      </dgm:if>
      <dgm:if name="Name2" axis="ch" ptType="node" func="cnt" op="equ" val="2">
        <dgm:alg type="composite">
          <dgm:param type="ar" val="1.792"/>
        </dgm:alg>
      </dgm:if>
      <dgm:if name="Name3" axis="ch" ptType="node" func="cnt" op="equ" val="3">
        <dgm:alg type="composite">
          <dgm:param type="ar" val="1"/>
        </dgm:alg>
      </dgm:if>
      <dgm:if name="Name4" axis="ch" ptType="node" func="cnt" op="equ" val="4">
        <dgm:alg type="composite">
          <dgm:param type="ar" val="1"/>
        </dgm:alg>
      </dgm:if>
      <dgm:if name="Name5" axis="ch" ptType="node" func="cnt" op="equ" val="5">
        <dgm:alg type="composite">
          <dgm:param type="ar" val="1.4"/>
        </dgm:alg>
      </dgm:if>
      <dgm:if name="Name6" axis="ch" ptType="node" func="cnt" op="equ" val="6">
        <dgm:alg type="composite">
          <dgm:param type="ar" val="1.285"/>
        </dgm:alg>
      </dgm:if>
      <dgm:if name="Name7" axis="ch" ptType="node" func="cnt" op="equ" val="7">
        <dgm:alg type="composite">
          <dgm:param type="ar" val="1.359"/>
        </dgm:alg>
      </dgm:if>
      <dgm:else name="Name8">
        <dgm:alg type="composite">
          <dgm:param type="ar" val="1.359"/>
        </dgm:alg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1">
        <dgm:constrLst>
          <dgm:constr type="ctrX" for="ch" forName="circ1TxSh" refType="w" fact="0.5"/>
          <dgm:constr type="ctrY" for="ch" forName="circ1TxSh" refType="h" fact="0.5"/>
          <dgm:constr type="w" for="ch" forName="circ1TxSh" refType="w"/>
          <dgm:constr type="h" for="ch" forName="circ1TxSh" refType="h"/>
          <dgm:constr type="primFontSz" for="ch" ptType="node" op="equ"/>
        </dgm:constrLst>
      </dgm:if>
      <dgm:if name="Name11" axis="ch" ptType="node" func="cnt" op="equ" val="2">
        <dgm:constrLst>
          <dgm:constr type="ctrX" for="ch" forName="circ1" refType="w" fact="0.3"/>
          <dgm:constr type="ctrY" for="ch" forName="circ1" refType="h" fact="0.5"/>
          <dgm:constr type="w" for="ch" forName="circ1" refType="w" fact="0.555"/>
          <dgm:constr type="h" for="ch" forName="circ1" refType="h" fact="0.99456"/>
          <dgm:constr type="l" for="ch" forName="circ1Tx" refType="w" fact="0.1"/>
          <dgm:constr type="t" for="ch" forName="circ1Tx" refType="h" fact="0.12"/>
          <dgm:constr type="w" for="ch" forName="circ1Tx" refType="w" fact="0.32"/>
          <dgm:constr type="h" for="ch" forName="circ1Tx" refType="h" fact="0.76"/>
          <dgm:constr type="ctrX" for="ch" forName="circ2" refType="w" fact="0.7"/>
          <dgm:constr type="ctrY" for="ch" forName="circ2" refType="h" fact="0.5"/>
          <dgm:constr type="w" for="ch" forName="circ2" refType="w" fact="0.555"/>
          <dgm:constr type="h" for="ch" forName="circ2" refType="h" fact="0.99456"/>
          <dgm:constr type="l" for="ch" forName="circ2Tx" refType="w" fact="0.58"/>
          <dgm:constr type="t" for="ch" forName="circ2Tx" refType="h" fact="0.12"/>
          <dgm:constr type="w" for="ch" forName="circ2Tx" refType="w" fact="0.32"/>
          <dgm:constr type="h" for="ch" forName="circ2Tx" refType="h" fact="0.76"/>
          <dgm:constr type="primFontSz" for="ch" ptType="node" op="equ"/>
        </dgm:constrLst>
      </dgm:if>
      <dgm:if name="Name12" axis="ch" ptType="node" func="cnt" op="equ" val="3">
        <dgm:constrLst>
          <dgm:constr type="ctrX" for="ch" forName="circ1" refType="w" fact="0.5"/>
          <dgm:constr type="ctrY" for="ch" forName="circ1" refType="w" fact="0.25"/>
          <dgm:constr type="w" for="ch" forName="circ1" refType="w" fact="0.6"/>
          <dgm:constr type="h" for="ch" forName="circ1" refType="h" fact="0.6"/>
          <dgm:constr type="l" for="ch" forName="circ1Tx" refType="w" fact="0.28"/>
          <dgm:constr type="t" for="ch" forName="circ1Tx" refType="h" fact="0.055"/>
          <dgm:constr type="w" for="ch" forName="circ1Tx" refType="w" fact="0.44"/>
          <dgm:constr type="h" for="ch" forName="circ1Tx" refType="h" fact="0.27"/>
          <dgm:constr type="ctrX" for="ch" forName="circ2" refType="w" fact="0.7165"/>
          <dgm:constr type="ctrY" for="ch" forName="circ2" refType="w" fact="0.625"/>
          <dgm:constr type="w" for="ch" forName="circ2" refType="w" fact="0.6"/>
          <dgm:constr type="h" for="ch" forName="circ2" refType="h" fact="0.6"/>
          <dgm:constr type="l" for="ch" forName="circ2Tx" refType="w" fact="0.6"/>
          <dgm:constr type="t" for="ch" forName="circ2Tx" refType="h" fact="0.48"/>
          <dgm:constr type="w" for="ch" forName="circ2Tx" refType="w" fact="0.36"/>
          <dgm:constr type="h" for="ch" forName="circ2Tx" refType="h" fact="0.33"/>
          <dgm:constr type="ctrX" for="ch" forName="circ3" refType="w" fact="0.2835"/>
          <dgm:constr type="ctrY" for="ch" forName="circ3" refType="w" fact="0.625"/>
          <dgm:constr type="w" for="ch" forName="circ3" refType="w" fact="0.6"/>
          <dgm:constr type="h" for="ch" forName="circ3" refType="h" fact="0.6"/>
          <dgm:constr type="l" for="ch" forName="circ3Tx" refType="w" fact="0.04"/>
          <dgm:constr type="t" for="ch" forName="circ3Tx" refType="h" fact="0.48"/>
          <dgm:constr type="w" for="ch" forName="circ3Tx" refType="w" fact="0.36"/>
          <dgm:constr type="h" for="ch" forName="circ3Tx" refType="h" fact="0.33"/>
          <dgm:constr type="primFontSz" for="ch" ptType="node" op="equ"/>
        </dgm:constrLst>
      </dgm:if>
      <dgm:if name="Name13" axis="ch" ptType="node" func="cnt" op="equ" val="4">
        <dgm:constrLst>
          <dgm:constr type="ctrX" for="ch" forName="circ1" refType="w" fact="0.5"/>
          <dgm:constr type="ctrY" for="ch" forName="circ1" refType="w" fact="0.27"/>
          <dgm:constr type="w" for="ch" forName="circ1" refType="w" fact="0.52"/>
          <dgm:constr type="h" for="ch" forName="circ1" refType="h" fact="0.52"/>
          <dgm:constr type="l" for="ch" forName="circ1Tx" refType="w" fact="0.3"/>
          <dgm:constr type="t" for="ch" forName="circ1Tx" refType="h" fact="0.08"/>
          <dgm:constr type="w" for="ch" forName="circ1Tx" refType="w" fact="0.4"/>
          <dgm:constr type="h" for="ch" forName="circ1Tx" refType="h" fact="0.165"/>
          <dgm:constr type="ctrX" for="ch" forName="circ2" refType="w" fact="0.73"/>
          <dgm:constr type="ctrY" for="ch" forName="circ2" refType="w" fact="0.5"/>
          <dgm:constr type="w" for="ch" forName="circ2" refType="w" fact="0.52"/>
          <dgm:constr type="h" for="ch" forName="circ2" refType="h" fact="0.52"/>
          <dgm:constr type="r" for="ch" forName="circ2Tx" refType="w" fact="0.95"/>
          <dgm:constr type="t" for="ch" forName="circ2Tx" refType="h" fact="0.3"/>
          <dgm:constr type="w" for="ch" forName="circ2Tx" refType="w" fact="0.2"/>
          <dgm:constr type="h" for="ch" forName="circ2Tx" refType="h" fact="0.4"/>
          <dgm:constr type="ctrX" for="ch" forName="circ3" refType="w" fact="0.5"/>
          <dgm:constr type="ctrY" for="ch" forName="circ3" refType="w" fact="0.73"/>
          <dgm:constr type="w" for="ch" forName="circ3" refType="w" fact="0.52"/>
          <dgm:constr type="h" for="ch" forName="circ3" refType="h" fact="0.52"/>
          <dgm:constr type="l" for="ch" forName="circ3Tx" refType="w" fact="0.3"/>
          <dgm:constr type="b" for="ch" forName="circ3Tx" refType="h" fact="0.92"/>
          <dgm:constr type="w" for="ch" forName="circ3Tx" refType="w" fact="0.4"/>
          <dgm:constr type="h" for="ch" forName="circ3Tx" refType="h" fact="0.165"/>
          <dgm:constr type="ctrX" for="ch" forName="circ4" refType="w" fact="0.27"/>
          <dgm:constr type="ctrY" for="ch" forName="circ4" refType="h" fact="0.5"/>
          <dgm:constr type="w" for="ch" forName="circ4" refType="w" fact="0.52"/>
          <dgm:constr type="h" for="ch" forName="circ4" refType="h" fact="0.52"/>
          <dgm:constr type="l" for="ch" forName="circ4Tx" refType="w" fact="0.05"/>
          <dgm:constr type="t" for="ch" forName="circ4Tx" refType="h" fact="0.3"/>
          <dgm:constr type="w" for="ch" forName="circ4Tx" refType="w" fact="0.2"/>
          <dgm:constr type="h" for="ch" forName="circ4Tx" refType="h" fact="0.4"/>
          <dgm:constr type="primFontSz" for="ch" ptType="node" op="equ"/>
        </dgm:constrLst>
      </dgm:if>
      <dgm:if name="Name14" axis="ch" ptType="node" func="cnt" op="equ" val="5">
        <dgm:constrLst>
          <dgm:constr type="ctrX" for="ch" forName="circ1" refType="w" fact="0.5"/>
          <dgm:constr type="ctrY" for="ch" forName="circ1" refType="h" fact="0.46"/>
          <dgm:constr type="w" for="ch" forName="circ1" refType="w" fact="0.25"/>
          <dgm:constr type="h" for="ch" forName="circ1" refType="h" fact="0.35"/>
          <dgm:constr type="l" for="ch" forName="circ1Tx" refType="w" fact="0.355"/>
          <dgm:constr type="t" for="ch" forName="circ1Tx"/>
          <dgm:constr type="w" for="ch" forName="circ1Tx" refType="w" fact="0.29"/>
          <dgm:constr type="h" for="ch" forName="circ1Tx" refType="h" fact="0.235"/>
          <dgm:constr type="ctrX" for="ch" forName="circ2" refType="w" fact="0.5951"/>
          <dgm:constr type="ctrY" for="ch" forName="circ2" refType="h" fact="0.5567"/>
          <dgm:constr type="w" for="ch" forName="circ2" refType="w" fact="0.25"/>
          <dgm:constr type="h" for="ch" forName="circ2" refType="h" fact="0.35"/>
          <dgm:constr type="l" for="ch" forName="circ2Tx" refType="w" fact="0.74"/>
          <dgm:constr type="t" for="ch" forName="circ2Tx" refType="h" fact="0.31"/>
          <dgm:constr type="w" for="ch" forName="circ2Tx" refType="w" fact="0.26"/>
          <dgm:constr type="h" for="ch" forName="circ2Tx" refType="h" fact="0.255"/>
          <dgm:constr type="ctrX" for="ch" forName="circ3" refType="w" fact="0.5588"/>
          <dgm:constr type="ctrY" for="ch" forName="circ3" refType="h" fact="0.7133"/>
          <dgm:constr type="w" for="ch" forName="circ3" refType="w" fact="0.25"/>
          <dgm:constr type="h" for="ch" forName="circ3" refType="h" fact="0.35"/>
          <dgm:constr type="l" for="ch" forName="circ3Tx" refType="w" fact="0.7"/>
          <dgm:constr type="t" for="ch" forName="circ3Tx" refType="h" fact="0.745"/>
          <dgm:constr type="w" for="ch" forName="circ3Tx" refType="w" fact="0.26"/>
          <dgm:constr type="h" for="ch" forName="circ3Tx" refType="h" fact="0.255"/>
          <dgm:constr type="ctrX" for="ch" forName="circ4" refType="w" fact="0.4412"/>
          <dgm:constr type="ctrY" for="ch" forName="circ4" refType="h" fact="0.7133"/>
          <dgm:constr type="w" for="ch" forName="circ4" refType="w" fact="0.25"/>
          <dgm:constr type="h" for="ch" forName="circ4" refType="h" fact="0.35"/>
          <dgm:constr type="l" for="ch" forName="circ4Tx" refType="w" fact="0.04"/>
          <dgm:constr type="t" for="ch" forName="circ4Tx" refType="h" fact="0.745"/>
          <dgm:constr type="w" for="ch" forName="circ4Tx" refType="w" fact="0.26"/>
          <dgm:constr type="h" for="ch" forName="circ4Tx" refType="h" fact="0.255"/>
          <dgm:constr type="ctrX" for="ch" forName="circ5" refType="w" fact="0.4049"/>
          <dgm:constr type="ctrY" for="ch" forName="circ5" refType="h" fact="0.5567"/>
          <dgm:constr type="w" for="ch" forName="circ5" refType="w" fact="0.25"/>
          <dgm:constr type="h" for="ch" forName="circ5" refType="h" fact="0.35"/>
          <dgm:constr type="l" for="ch" forName="circ5Tx"/>
          <dgm:constr type="t" for="ch" forName="circ5Tx" refType="h" fact="0.31"/>
          <dgm:constr type="w" for="ch" forName="circ5Tx" refType="w" fact="0.26"/>
          <dgm:constr type="h" for="ch" forName="circ5Tx" refType="h" fact="0.255"/>
          <dgm:constr type="primFontSz" for="ch" ptType="node" op="equ"/>
        </dgm:constrLst>
      </dgm:if>
      <dgm:if name="Name15" axis="ch" ptType="node" func="cnt" op="equ" val="6">
        <dgm:constrLst>
          <dgm:constr type="ctrX" for="ch" forName="circ1" refType="w" fact="0.5"/>
          <dgm:constr type="ctrY" for="ch" forName="circ1" refType="h" fact="0.3844"/>
          <dgm:constr type="w" for="ch" forName="circ1" refType="w" fact="0.24"/>
          <dgm:constr type="h" for="ch" forName="circ1" refType="h" fact="0.3084"/>
          <dgm:constr type="l" for="ch" forName="circ1Tx" refType="w" fact="0.35"/>
          <dgm:constr type="t" for="ch" forName="circ1Tx"/>
          <dgm:constr type="w" for="ch" forName="circ1Tx" refType="w" fact="0.3"/>
          <dgm:constr type="h" for="ch" forName="circ1Tx" refType="h" fact="0.21"/>
          <dgm:constr type="ctrX" for="ch" forName="circ2" refType="w" fact="0.5779"/>
          <dgm:constr type="ctrY" for="ch" forName="circ2" refType="h" fact="0.4422"/>
          <dgm:constr type="w" for="ch" forName="circ2" refType="w" fact="0.24"/>
          <dgm:constr type="h" for="ch" forName="circ2" refType="h" fact="0.3084"/>
          <dgm:constr type="l" for="ch" forName="circ2Tx" refType="w" fact="0.7157"/>
          <dgm:constr type="t" for="ch" forName="circ2Tx" refType="h" fact="0.2"/>
          <dgm:constr type="w" for="ch" forName="circ2Tx" refType="w" fact="0.2843"/>
          <dgm:constr type="h" for="ch" forName="circ2Tx" refType="h" fact="0.23"/>
          <dgm:constr type="ctrX" for="ch" forName="circ3" refType="w" fact="0.5779"/>
          <dgm:constr type="ctrY" for="ch" forName="circ3" refType="h" fact="0.5578"/>
          <dgm:constr type="w" for="ch" forName="circ3" refType="w" fact="0.24"/>
          <dgm:constr type="h" for="ch" forName="circ3" refType="h" fact="0.3084"/>
          <dgm:constr type="l" for="ch" forName="circ3Tx" refType="w" fact="0.7157"/>
          <dgm:constr type="t" for="ch" forName="circ3Tx" refType="h" fact="0.543"/>
          <dgm:constr type="w" for="ch" forName="circ3Tx" refType="w" fact="0.2843"/>
          <dgm:constr type="h" for="ch" forName="circ3Tx" refType="h" fact="0.257"/>
          <dgm:constr type="ctrX" for="ch" forName="circ4" refType="w" fact="0.5"/>
          <dgm:constr type="ctrY" for="ch" forName="circ4" refType="h" fact="0.6157"/>
          <dgm:constr type="w" for="ch" forName="circ4" refType="w" fact="0.24"/>
          <dgm:constr type="h" for="ch" forName="circ4" refType="h" fact="0.3084"/>
          <dgm:constr type="l" for="ch" forName="circ4Tx" refType="w" fact="0.35"/>
          <dgm:constr type="t" for="ch" forName="circ4Tx" refType="h" fact="0.79"/>
          <dgm:constr type="w" for="ch" forName="circ4Tx" refType="w" fact="0.3"/>
          <dgm:constr type="h" for="ch" forName="circ4Tx" refType="h" fact="0.21"/>
          <dgm:constr type="ctrX" for="ch" forName="circ5" refType="w" fact="0.4221"/>
          <dgm:constr type="ctrY" for="ch" forName="circ5" refType="h" fact="0.5578"/>
          <dgm:constr type="w" for="ch" forName="circ5" refType="w" fact="0.24"/>
          <dgm:constr type="h" for="ch" forName="circ5" refType="h" fact="0.3084"/>
          <dgm:constr type="l" for="ch" forName="circ5Tx" refType="w" fact="0"/>
          <dgm:constr type="t" for="ch" forName="circ5Tx" refType="h" fact="0.543"/>
          <dgm:constr type="w" for="ch" forName="circ5Tx" refType="w" fact="0.2843"/>
          <dgm:constr type="h" for="ch" forName="circ5Tx" refType="h" fact="0.257"/>
          <dgm:constr type="ctrX" for="ch" forName="circ6" refType="w" fact="0.4221"/>
          <dgm:constr type="ctrY" for="ch" forName="circ6" refType="h" fact="0.4422"/>
          <dgm:constr type="w" for="ch" forName="circ6" refType="w" fact="0.24"/>
          <dgm:constr type="h" for="ch" forName="circ6" refType="h" fact="0.3084"/>
          <dgm:constr type="l" for="ch" forName="circ6Tx" refType="w" fact="0"/>
          <dgm:constr type="t" for="ch" forName="circ6Tx" refType="h" fact="0.2"/>
          <dgm:constr type="w" for="ch" forName="circ6Tx" refType="w" fact="0.2843"/>
          <dgm:constr type="h" for="ch" forName="circ6Tx" refType="h" fact="0.257"/>
          <dgm:constr type="primFontSz" for="ch" ptType="node" op="equ"/>
        </dgm:constrLst>
      </dgm:if>
      <dgm:else name="Name16">
        <dgm:constrLst>
          <dgm:constr type="ctrX" for="ch" forName="circ1" refType="w" fact="0.5"/>
          <dgm:constr type="ctrY" for="ch" forName="circ1" refType="h" fact="0.4177"/>
          <dgm:constr type="w" for="ch" forName="circ1" refType="w" fact="0.24"/>
          <dgm:constr type="h" for="ch" forName="circ1" refType="h" fact="0.3262"/>
          <dgm:constr type="l" for="ch" forName="circ1Tx" refType="w" fact="0.3625"/>
          <dgm:constr type="t" for="ch" forName="circ1Tx"/>
          <dgm:constr type="w" for="ch" forName="circ1Tx" refType="w" fact="0.275"/>
          <dgm:constr type="h" for="ch" forName="circ1Tx" refType="h" fact="0.2"/>
          <dgm:constr type="ctrX" for="ch" forName="circ2" refType="w" fact="0.5704"/>
          <dgm:constr type="ctrY" for="ch" forName="circ2" refType="h" fact="0.4637"/>
          <dgm:constr type="w" for="ch" forName="circ2" refType="w" fact="0.24"/>
          <dgm:constr type="h" for="ch" forName="circ2" refType="h" fact="0.3262"/>
          <dgm:constr type="l" for="ch" forName="circ2Tx" refType="w" fact="0.72"/>
          <dgm:constr type="t" for="ch" forName="circ2Tx" refType="h" fact="0.19"/>
          <dgm:constr type="w" for="ch" forName="circ2Tx" refType="w" fact="0.26"/>
          <dgm:constr type="h" for="ch" forName="circ2Tx" refType="h" fact="0.22"/>
          <dgm:constr type="ctrX" for="ch" forName="circ3" refType="w" fact="0.5877"/>
          <dgm:constr type="ctrY" for="ch" forName="circ3" refType="h" fact="0.5672"/>
          <dgm:constr type="w" for="ch" forName="circ3" refType="w" fact="0.24"/>
          <dgm:constr type="h" for="ch" forName="circ3" refType="h" fact="0.3262"/>
          <dgm:constr type="l" for="ch" forName="circ3Tx" refType="w" fact="0.745"/>
          <dgm:constr type="t" for="ch" forName="circ3Tx" refType="h" fact="0.47"/>
          <dgm:constr type="w" for="ch" forName="circ3Tx" refType="w" fact="0.255"/>
          <dgm:constr type="h" for="ch" forName="circ3Tx" refType="h" fact="0.235"/>
          <dgm:constr type="ctrX" for="ch" forName="circ4" refType="w" fact="0.539"/>
          <dgm:constr type="ctrY" for="ch" forName="circ4" refType="h" fact="0.6502"/>
          <dgm:constr type="w" for="ch" forName="circ4" refType="w" fact="0.24"/>
          <dgm:constr type="h" for="ch" forName="circ4" refType="h" fact="0.3262"/>
          <dgm:constr type="l" for="ch" forName="circ4Tx" refType="w" fact="0.635"/>
          <dgm:constr type="t" for="ch" forName="circ4Tx" refType="h" fact="0.785"/>
          <dgm:constr type="w" for="ch" forName="circ4Tx" refType="w" fact="0.275"/>
          <dgm:constr type="h" for="ch" forName="circ4Tx" refType="h" fact="0.215"/>
          <dgm:constr type="ctrX" for="ch" forName="circ5" refType="w" fact="0.461"/>
          <dgm:constr type="ctrY" for="ch" forName="circ5" refType="h" fact="0.6502"/>
          <dgm:constr type="w" for="ch" forName="circ5" refType="w" fact="0.24"/>
          <dgm:constr type="h" for="ch" forName="circ5" refType="h" fact="0.3262"/>
          <dgm:constr type="l" for="ch" forName="circ5Tx" refType="w" fact="0.09"/>
          <dgm:constr type="t" for="ch" forName="circ5Tx" refType="h" fact="0.785"/>
          <dgm:constr type="w" for="ch" forName="circ5Tx" refType="w" fact="0.275"/>
          <dgm:constr type="h" for="ch" forName="circ5Tx" refType="h" fact="0.215"/>
          <dgm:constr type="ctrX" for="ch" forName="circ6" refType="w" fact="0.4123"/>
          <dgm:constr type="ctrY" for="ch" forName="circ6" refType="h" fact="0.5672"/>
          <dgm:constr type="w" for="ch" forName="circ6" refType="w" fact="0.24"/>
          <dgm:constr type="h" for="ch" forName="circ6" refType="h" fact="0.3262"/>
          <dgm:constr type="l" for="ch" forName="circ6Tx"/>
          <dgm:constr type="t" for="ch" forName="circ6Tx" refType="h" fact="0.47"/>
          <dgm:constr type="w" for="ch" forName="circ6Tx" refType="w" fact="0.255"/>
          <dgm:constr type="h" for="ch" forName="circ6Tx" refType="h" fact="0.235"/>
          <dgm:constr type="ctrX" for="ch" forName="circ7" refType="w" fact="0.4296"/>
          <dgm:constr type="ctrY" for="ch" forName="circ7" refType="h" fact="0.4637"/>
          <dgm:constr type="w" for="ch" forName="circ7" refType="w" fact="0.24"/>
          <dgm:constr type="h" for="ch" forName="circ7" refType="h" fact="0.3262"/>
          <dgm:constr type="l" for="ch" forName="circ7Tx" refType="w" fact="0.02"/>
          <dgm:constr type="t" for="ch" forName="circ7Tx" refType="h" fact="0.19"/>
          <dgm:constr type="w" for="ch" forName="circ7Tx" refType="w" fact="0.26"/>
          <dgm:constr type="h" for="ch" forName="circ7Tx" refType="h" fact="0.22"/>
          <dgm:constr type="primFontSz" for="ch" ptType="node" op="equ"/>
        </dgm:constrLst>
      </dgm:else>
    </dgm:choose>
    <dgm:ruleLst/>
    <dgm:forEach name="Name17" axis="ch" ptType="node" cnt="1">
      <dgm:choose name="Name18">
        <dgm:if name="Name19" axis="root ch" ptType="all node" func="cnt" op="equ" val="1">
          <dgm:layoutNode name="circ1TxSh" styleLbl="vennNode1"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choose name="Name20">
              <dgm:if name="Name21" func="var" arg="dir" op="equ" val="norm">
                <dgm:choose name="Name22">
                  <dgm:if name="Name23" axis="root ch" ptType="all node" func="cnt" op="lte" val="4">
                    <dgm:presOf axis="desOrSelf" ptType="node"/>
                  </dgm:if>
                  <dgm:else name="Name24">
                    <dgm:presOf/>
                  </dgm:else>
                </dgm:choose>
              </dgm:if>
              <dgm:else name="Name25">
                <dgm:choose name="Name26">
                  <dgm:if name="Name27" axis="root ch" ptType="all node" func="cnt" op="equ" val="2">
                    <dgm:presOf axis="root ch desOrSelf" ptType="all node node" st="1 2 1" cnt="1 1 0"/>
                  </dgm:if>
                  <dgm:else name="Name28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if>
        <dgm:else name="Name29">
          <dgm:layoutNode name="circ1" styleLbl="vennNode1">
            <dgm:alg type="sp"/>
            <dgm:shape xmlns:r="http://schemas.openxmlformats.org/officeDocument/2006/relationships" type="ellipse" r:blip="">
              <dgm:adjLst/>
            </dgm:shape>
            <dgm:choose name="Name30">
              <dgm:if name="Name31" func="var" arg="dir" op="equ" val="norm">
                <dgm:choose name="Name32">
                  <dgm:if name="Name33" axis="root ch" ptType="all node" func="cnt" op="lte" val="4">
                    <dgm:presOf axis="desOrSelf" ptType="node"/>
                  </dgm:if>
                  <dgm:else name="Name34">
                    <dgm:presOf/>
                  </dgm:else>
                </dgm:choose>
              </dgm:if>
              <dgm:else name="Name35">
                <dgm:choose name="Name36">
                  <dgm:if name="Name37" axis="root ch" ptType="all node" func="cnt" op="equ" val="2">
                    <dgm:presOf axis="root ch desOrSelf" ptType="all node node" st="1 2 1" cnt="1 1 0"/>
                  </dgm:if>
                  <dgm:else name="Name38">
                    <dgm:choose name="Name39">
                      <dgm:if name="Name40" axis="root ch" ptType="all node" func="cnt" op="lte" val="4">
                        <dgm:presOf axis="desOrSelf" ptType="node"/>
                      </dgm:if>
                      <dgm:else name="Name41">
                        <dgm:presOf/>
                      </dgm:else>
                    </dgm:choose>
                  </dgm:else>
                </dgm:choose>
              </dgm:else>
            </dgm:choose>
            <dgm:constrLst/>
            <dgm:ruleLst/>
          </dgm:layoutNode>
          <dgm:layoutNode name="circ1Tx" styleLbl="revTx">
            <dgm:varLst>
              <dgm:chMax val="0"/>
              <dgm:chPref val="0"/>
              <dgm:bulletEnabled val="1"/>
            </dgm:varLst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choose name="Name42">
              <dgm:if name="Name43" func="var" arg="dir" op="equ" val="norm">
                <dgm:presOf axis="desOrSelf" ptType="node"/>
              </dgm:if>
              <dgm:else name="Name44">
                <dgm:choose name="Name45">
                  <dgm:if name="Name46" axis="root ch" ptType="all node" func="cnt" op="equ" val="2">
                    <dgm:presOf axis="root ch desOrSelf" ptType="all node node" st="1 2 1" cnt="1 1 0"/>
                  </dgm:if>
                  <dgm:else name="Name47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else>
      </dgm:choose>
    </dgm:forEach>
    <dgm:forEach name="Name48" axis="ch" ptType="node" st="2" cnt="1">
      <dgm:layoutNode name="circ2" styleLbl="vennNode1">
        <dgm:alg type="sp"/>
        <dgm:shape xmlns:r="http://schemas.openxmlformats.org/officeDocument/2006/relationships" type="ellipse" r:blip="">
          <dgm:adjLst/>
        </dgm:shape>
        <dgm:choose name="Name49">
          <dgm:if name="Name50" func="var" arg="dir" op="equ" val="norm">
            <dgm:choose name="Name51">
              <dgm:if name="Name52" axis="root ch" ptType="all node" func="cnt" op="lte" val="4">
                <dgm:presOf axis="desOrSelf" ptType="node"/>
              </dgm:if>
              <dgm:else name="Name53">
                <dgm:presOf/>
              </dgm:else>
            </dgm:choose>
          </dgm:if>
          <dgm:else name="Name54">
            <dgm:choose name="Name55">
              <dgm:if name="Name56" axis="root ch" ptType="all node" func="cnt" op="equ" val="2">
                <dgm:presOf axis="root ch desOrSelf" ptType="all node node" st="1 1 1" cnt="1 1 0"/>
              </dgm:if>
              <dgm:if name="Name57" axis="root ch" ptType="all node" func="cnt" op="equ" val="3">
                <dgm:presOf axis="root ch desOrSelf" ptType="all node node" st="1 3 1" cnt="1 1 0"/>
              </dgm:if>
              <dgm:if name="Name58" axis="root ch" ptType="all node" func="cnt" op="equ" val="4">
                <dgm:presOf axis="root ch desOrSelf" ptType="all node node" st="1 4 1" cnt="1 1 0"/>
              </dgm:if>
              <dgm:else name="Name59">
                <dgm:presOf/>
              </dgm:else>
            </dgm:choose>
          </dgm:else>
        </dgm:choose>
        <dgm:constrLst/>
        <dgm:ruleLst/>
      </dgm:layoutNode>
      <dgm:layoutNode name="circ2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60">
          <dgm:if name="Name61" func="var" arg="dir" op="equ" val="norm">
            <dgm:presOf axis="desOrSelf" ptType="node"/>
          </dgm:if>
          <dgm:else name="Name62">
            <dgm:choose name="Name63">
              <dgm:if name="Name64" axis="root ch" ptType="all node" func="cnt" op="equ" val="2">
                <dgm:presOf axis="root ch desOrSelf" ptType="all node node" st="1 1 1" cnt="1 1 0"/>
              </dgm:if>
              <dgm:if name="Name65" axis="root ch" ptType="all node" func="cnt" op="equ" val="3">
                <dgm:presOf axis="root ch desOrSelf" ptType="all node node" st="1 3 1" cnt="1 1 0"/>
              </dgm:if>
              <dgm:if name="Name66" axis="root ch" ptType="all node" func="cnt" op="equ" val="4">
                <dgm:presOf axis="root ch desOrSelf" ptType="all node node" st="1 4 1" cnt="1 1 0"/>
              </dgm:if>
              <dgm:if name="Name67" axis="root ch" ptType="all node" func="cnt" op="equ" val="5">
                <dgm:presOf axis="root ch desOrSelf" ptType="all node node" st="1 5 1" cnt="1 1 0"/>
              </dgm:if>
              <dgm:if name="Name68" axis="root ch" ptType="all node" func="cnt" op="equ" val="6">
                <dgm:presOf axis="root ch desOrSelf" ptType="all node node" st="1 6 1" cnt="1 1 0"/>
              </dgm:if>
              <dgm:else name="Name69">
                <dgm:presOf axis="root ch desOrSelf" ptType="all node node" st="1 7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70" axis="ch" ptType="node" st="3" cnt="1">
      <dgm:layoutNode name="circ3" styleLbl="vennNode1">
        <dgm:alg type="sp"/>
        <dgm:shape xmlns:r="http://schemas.openxmlformats.org/officeDocument/2006/relationships" type="ellipse" r:blip="">
          <dgm:adjLst/>
        </dgm:shape>
        <dgm:choose name="Name71">
          <dgm:if name="Name72" func="var" arg="dir" op="equ" val="norm">
            <dgm:choose name="Name73">
              <dgm:if name="Name74" axis="root ch" ptType="all node" func="cnt" op="lte" val="4">
                <dgm:presOf axis="desOrSelf" ptType="node"/>
              </dgm:if>
              <dgm:else name="Name75">
                <dgm:presOf/>
              </dgm:else>
            </dgm:choose>
          </dgm:if>
          <dgm:else name="Name76">
            <dgm:choose name="Name77">
              <dgm:if name="Name78" axis="root ch" ptType="all node" func="cnt" op="equ" val="3">
                <dgm:presOf axis="root ch desOrSelf" ptType="all node node" st="1 2 1" cnt="1 1 0"/>
              </dgm:if>
              <dgm:if name="Name79" axis="root ch" ptType="all node" func="cnt" op="equ" val="4">
                <dgm:presOf axis="root ch desOrSelf" ptType="all node node" st="1 3 1" cnt="1 1 0"/>
              </dgm:if>
              <dgm:else name="Name80">
                <dgm:presOf/>
              </dgm:else>
            </dgm:choose>
          </dgm:else>
        </dgm:choose>
        <dgm:constrLst/>
        <dgm:ruleLst/>
      </dgm:layoutNode>
      <dgm:layoutNode name="circ3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81">
          <dgm:if name="Name82" func="var" arg="dir" op="equ" val="norm">
            <dgm:presOf axis="desOrSelf" ptType="node"/>
          </dgm:if>
          <dgm:else name="Name83">
            <dgm:choose name="Name84">
              <dgm:if name="Name85" axis="root ch" ptType="all node" func="cnt" op="equ" val="3">
                <dgm:presOf axis="root ch desOrSelf" ptType="all node node" st="1 2 1" cnt="1 1 0"/>
              </dgm:if>
              <dgm:if name="Name86" axis="root ch" ptType="all node" func="cnt" op="equ" val="4">
                <dgm:presOf axis="root ch desOrSelf" ptType="all node node" st="1 3 1" cnt="1 1 0"/>
              </dgm:if>
              <dgm:if name="Name87" axis="root ch" ptType="all node" func="cnt" op="equ" val="5">
                <dgm:presOf axis="root ch desOrSelf" ptType="all node node" st="1 4 1" cnt="1 1 0"/>
              </dgm:if>
              <dgm:if name="Name88" axis="root ch" ptType="all node" func="cnt" op="equ" val="6">
                <dgm:presOf axis="root ch desOrSelf" ptType="all node node" st="1 5 1" cnt="1 1 0"/>
              </dgm:if>
              <dgm:else name="Name89">
                <dgm:presOf axis="root ch desOrSelf" ptType="all node node" st="1 6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circ4" styleLbl="vennNode1">
        <dgm:alg type="sp"/>
        <dgm:shape xmlns:r="http://schemas.openxmlformats.org/officeDocument/2006/relationships" type="ellipse" r:blip="">
          <dgm:adjLst/>
        </dgm:shape>
        <dgm:choose name="Name91">
          <dgm:if name="Name92" func="var" arg="dir" op="equ" val="norm">
            <dgm:choose name="Name93">
              <dgm:if name="Name94" axis="root ch" ptType="all node" func="cnt" op="lte" val="4">
                <dgm:presOf axis="desOrSelf" ptType="node"/>
              </dgm:if>
              <dgm:else name="Name95">
                <dgm:presOf/>
              </dgm:else>
            </dgm:choose>
          </dgm:if>
          <dgm:else name="Name96">
            <dgm:choose name="Name97">
              <dgm:if name="Name98" axis="root ch" ptType="all node" func="cnt" op="equ" val="4">
                <dgm:presOf axis="root ch desOrSelf" ptType="all node node" st="1 2 1" cnt="1 1 0"/>
              </dgm:if>
              <dgm:else name="Name99">
                <dgm:presOf/>
              </dgm:else>
            </dgm:choose>
          </dgm:else>
        </dgm:choose>
        <dgm:constrLst/>
        <dgm:ruleLst/>
      </dgm:layoutNode>
      <dgm:layoutNode name="circ4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0">
          <dgm:if name="Name101" func="var" arg="dir" op="equ" val="norm">
            <dgm:presOf axis="desOrSelf" ptType="node"/>
          </dgm:if>
          <dgm:else name="Name102">
            <dgm:choose name="Name103">
              <dgm:if name="Name104" axis="root ch" ptType="all node" func="cnt" op="equ" val="4">
                <dgm:presOf axis="root ch desOrSelf" ptType="all node node" st="1 2 1" cnt="1 1 0"/>
              </dgm:if>
              <dgm:if name="Name105" axis="root ch" ptType="all node" func="cnt" op="equ" val="5">
                <dgm:presOf axis="root ch desOrSelf" ptType="all node node" st="1 3 1" cnt="1 1 0"/>
              </dgm:if>
              <dgm:if name="Name106" axis="root ch" ptType="all node" func="cnt" op="equ" val="6">
                <dgm:presOf axis="root ch desOrSelf" ptType="all node node" st="1 4 1" cnt="1 1 0"/>
              </dgm:if>
              <dgm:else name="Name107">
                <dgm:presOf axis="root ch desOrSelf" ptType="all node node" st="1 5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08" axis="ch" ptType="node" st="5" cnt="1">
      <dgm:layoutNode name="circ5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5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9">
          <dgm:if name="Name110" func="var" arg="dir" op="equ" val="norm">
            <dgm:presOf axis="desOrSelf" ptType="node"/>
          </dgm:if>
          <dgm:else name="Name111">
            <dgm:choose name="Name112">
              <dgm:if name="Name113" axis="root ch" ptType="all node" func="cnt" op="equ" val="5">
                <dgm:presOf axis="root ch desOrSelf" ptType="all node node" st="1 2 1" cnt="1 1 0"/>
              </dgm:if>
              <dgm:if name="Name114" axis="root ch" ptType="all node" func="cnt" op="equ" val="6">
                <dgm:presOf axis="root ch desOrSelf" ptType="all node node" st="1 3 1" cnt="1 1 0"/>
              </dgm:if>
              <dgm:else name="Name115">
                <dgm:presOf axis="root ch desOrSelf" ptType="all node node" st="1 4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16" axis="ch" ptType="node" st="6" cnt="1">
      <dgm:layoutNode name="circ6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6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17">
          <dgm:if name="Name118" func="var" arg="dir" op="equ" val="norm">
            <dgm:presOf axis="desOrSelf" ptType="node"/>
          </dgm:if>
          <dgm:else name="Name119">
            <dgm:choose name="Name120">
              <dgm:if name="Name121" axis="root ch" ptType="all node" func="cnt" op="equ" val="6">
                <dgm:presOf axis="root ch desOrSelf" ptType="all node node" st="1 2 1" cnt="1 1 0"/>
              </dgm:if>
              <dgm:else name="Name122">
                <dgm:presOf axis="root ch desOrSelf" ptType="all node node" st="1 3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23" axis="ch" ptType="node" st="7" cnt="1">
      <dgm:layoutNode name="circ7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7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24">
          <dgm:if name="Name125" func="var" arg="dir" op="equ" val="norm">
            <dgm:presOf axis="desOrSelf" ptType="node"/>
          </dgm:if>
          <dgm:else name="Name126">
            <dgm:presOf axis="root ch desOrSelf" ptType="all node node" st="1 2 1" cnt="1 1 0"/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1F931-3EF9-C9F4-3DDD-1E5C335D0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49E5A5-38C9-B6F8-4E03-99C00F6135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163E75-5D40-FCF6-4201-73E6ADB05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80858D-B1E5-44FE-9D24-B5BF2B1BDB27}" type="datetimeFigureOut">
              <a:rPr lang="en-IN" smtClean="0"/>
              <a:t>13-04-2026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CCC00B-679F-5107-72C4-53D9E9977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AC8D02-23E3-C1C2-507C-91E92C178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EEA3F-2091-401E-A7D6-7A763FE77E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9143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7511E-4EA4-DDA1-5128-62E424E8B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3DDBB-5EF9-5BBA-C0B2-CEBAE68965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4B69F9-7924-E8F8-2BA3-4E53C28B8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80858D-B1E5-44FE-9D24-B5BF2B1BDB27}" type="datetimeFigureOut">
              <a:rPr lang="en-IN" smtClean="0"/>
              <a:t>13-04-2026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A1256F-85E4-CF4E-73EC-5F1E41708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366A9-72DB-933F-4A35-C65E71EFB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EEA3F-2091-401E-A7D6-7A763FE77E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45647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FBF8E-53B5-4FC1-A3CC-23DC732C3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033576-33DC-61D2-456D-AB00B7B86C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DE1A84-3AB5-904C-71B7-6352E21D3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80858D-B1E5-44FE-9D24-B5BF2B1BDB27}" type="datetimeFigureOut">
              <a:rPr lang="en-IN" smtClean="0"/>
              <a:t>13-04-2026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A4FF14-EF9D-A3E8-8E34-B140389F7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17DBC1-5FCA-D3D6-743F-536AB5E9F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EEA3F-2091-401E-A7D6-7A763FE77E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6899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5FF7B-87E3-B3EE-3C18-2399712A4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BD22BA-E998-5BD7-A38F-E83BC596C8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76D889-B3ED-0EC4-CDD5-8BBE185C37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51029F-742F-D5D6-30AC-FF497D9D8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80858D-B1E5-44FE-9D24-B5BF2B1BDB27}" type="datetimeFigureOut">
              <a:rPr lang="en-IN" smtClean="0"/>
              <a:t>13-04-2026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FD4B80-EF41-5E9C-DA27-1D6EC0BB9C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296FCC-0B7F-6589-E03A-19CE1AA2B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EEA3F-2091-401E-A7D6-7A763FE77E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81317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39382-DEE0-9303-3C46-4EF3F00B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CE0303-ABAB-6E95-010A-B81C0351A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8E8788-0CA4-B46A-FD35-25FF6CD6D1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92B91E-ECE8-D7E5-B17A-0A95FA8EC1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64720-A451-F46F-8A54-7099EC416B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975836-ECD7-D5D7-2752-F394D2C00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80858D-B1E5-44FE-9D24-B5BF2B1BDB27}" type="datetimeFigureOut">
              <a:rPr lang="en-IN" smtClean="0"/>
              <a:t>13-04-2026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684F53-61FB-D9D9-453C-D39EFCDE6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A372EF-3D0D-4E0A-925A-FA5284B50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EEA3F-2091-401E-A7D6-7A763FE77E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3119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92A57-4602-7760-92ED-6E35EE93C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D0D16F-B801-74CF-30B3-2844521CD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80858D-B1E5-44FE-9D24-B5BF2B1BDB27}" type="datetimeFigureOut">
              <a:rPr lang="en-IN" smtClean="0"/>
              <a:t>13-04-2026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2F84AC-3712-DD72-DA7B-0096C1B86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847456-72EF-1ED6-6690-27C7D410D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EEA3F-2091-401E-A7D6-7A763FE77E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0475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1354F6-6C5D-C185-EA53-871DC5D6B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80858D-B1E5-44FE-9D24-B5BF2B1BDB27}" type="datetimeFigureOut">
              <a:rPr lang="en-IN" smtClean="0"/>
              <a:t>13-04-2026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28D347-9D56-4ABC-A52E-C45254009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663D3D-C3EF-81B9-1332-188B79749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EEA3F-2091-401E-A7D6-7A763FE77E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1984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46604-BC8F-B0C7-43C7-DD15CD224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778A19-A9F7-A6B4-10C7-6D7EB68430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489DC8-04E2-D01F-B458-BE4A4F02F0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08A565-8B1C-FE3F-FF8F-15355CC4D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80858D-B1E5-44FE-9D24-B5BF2B1BDB27}" type="datetimeFigureOut">
              <a:rPr lang="en-IN" smtClean="0"/>
              <a:t>13-04-2026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388A54-42C8-FADC-2036-ADC1A20EA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FEE3DC-A5E1-BB39-FF37-DD491D272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EEA3F-2091-401E-A7D6-7A763FE77E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73370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A9E2C-E63B-D11E-0FEA-37D5FF554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B3BD40-F21E-EA3B-1AC5-DB85B848E8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2CF821-4911-DF0A-6A3A-74AF90F458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AD3349-81CE-967E-B0B4-56F3AC2F6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80858D-B1E5-44FE-9D24-B5BF2B1BDB27}" type="datetimeFigureOut">
              <a:rPr lang="en-IN" smtClean="0"/>
              <a:t>13-04-2026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F41838-607E-E637-2F70-F9936152B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5A67A5-A169-E56F-1D77-CF277018A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EEA3F-2091-401E-A7D6-7A763FE77E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5619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1CCA5-B43C-903B-7923-B54022E05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E99C01-7CFD-49EA-A946-C2B074BF8C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E30228-69D1-5A54-2F8A-A9B064D79F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80858D-B1E5-44FE-9D24-B5BF2B1BDB27}" type="datetimeFigureOut">
              <a:rPr lang="en-IN" smtClean="0"/>
              <a:t>13-04-2026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6C317F-F530-E1C3-34D3-D77474D69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F3A488-B262-4226-5801-91D6F2431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EEA3F-2091-401E-A7D6-7A763FE77E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46531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8D844A-E755-C0ED-4586-32AFB4CAA4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231532-DF40-B59F-0402-F1B00309B6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4D67D4-DE8B-515E-709E-D4E12AB9F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80858D-B1E5-44FE-9D24-B5BF2B1BDB27}" type="datetimeFigureOut">
              <a:rPr lang="en-IN" smtClean="0"/>
              <a:t>13-04-2026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CBC27C-5490-2E36-8A33-115DB08C0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E79F54-9485-95AA-1ED4-77CA90131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EEA3F-2091-401E-A7D6-7A763FE77E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6805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0B0F"/>
            </a:gs>
            <a:gs pos="23000">
              <a:srgbClr val="B11226">
                <a:alpha val="98000"/>
              </a:srgbClr>
            </a:gs>
          </a:gsLst>
          <a:path path="circle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9F1F310-43ED-0BBC-BB7E-3575CF8BC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2801B9-7700-91B5-7054-58214C77C7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C55C4A-AC5A-F657-C669-1A32A3ACED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80858D-B1E5-44FE-9D24-B5BF2B1BDB27}" type="datetimeFigureOut">
              <a:rPr lang="en-IN" smtClean="0"/>
              <a:t>13-04-2026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4DE4BE-81E5-63B3-C781-24BC6F878C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BAB74C-BF5E-5DDA-7DEF-458C0F4B01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FEEA3F-2091-401E-A7D6-7A763FE77E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2007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83E41-FBF6-6058-1B01-1F2BEE078F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IN" sz="6600" dirty="0">
                <a:solidFill>
                  <a:srgbClr val="EDEDED"/>
                </a:solidFill>
                <a:latin typeface="Eras Medium ITC" panose="020B0602030504020804" pitchFamily="34" charset="0"/>
              </a:rPr>
              <a:t>AI PSYCHOSIS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44208B-511B-47E4-D224-046ABFA9E4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IN" sz="2200" dirty="0"/>
              <a:t>An Analytical Study of Cognitive and Behavioral Deviation caused by Generative AI Systems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723BE-0766-45C7-86DC-E6C969E83B88}"/>
              </a:ext>
            </a:extLst>
          </p:cNvPr>
          <p:cNvSpPr txBox="1"/>
          <p:nvPr/>
        </p:nvSpPr>
        <p:spPr>
          <a:xfrm>
            <a:off x="107576" y="5349875"/>
            <a:ext cx="37562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Created by:</a:t>
            </a:r>
          </a:p>
          <a:p>
            <a:r>
              <a:rPr lang="en-US" dirty="0"/>
              <a:t>Rishi Bhardwaj</a:t>
            </a:r>
          </a:p>
          <a:p>
            <a:r>
              <a:rPr lang="en-US" dirty="0"/>
              <a:t>2427030397 (Second Year)</a:t>
            </a:r>
          </a:p>
          <a:p>
            <a:r>
              <a:rPr lang="en-IN" dirty="0"/>
              <a:t>Dept. of CSE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C4C60F-EB69-FA51-B1B9-9894724AE450}"/>
              </a:ext>
            </a:extLst>
          </p:cNvPr>
          <p:cNvSpPr txBox="1"/>
          <p:nvPr/>
        </p:nvSpPr>
        <p:spPr>
          <a:xfrm>
            <a:off x="8328212" y="5284694"/>
            <a:ext cx="37562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Guided by:</a:t>
            </a:r>
          </a:p>
          <a:p>
            <a:r>
              <a:rPr lang="en-US" dirty="0"/>
              <a:t>Dr. Jay Prakash Singh</a:t>
            </a:r>
          </a:p>
          <a:p>
            <a:r>
              <a:rPr lang="en-IN" dirty="0"/>
              <a:t>Assistant Professor (Senior Scale)</a:t>
            </a:r>
          </a:p>
          <a:p>
            <a:r>
              <a:rPr lang="en-IN" dirty="0"/>
              <a:t>Dept. of CSE</a:t>
            </a:r>
          </a:p>
        </p:txBody>
      </p:sp>
    </p:spTree>
    <p:extLst>
      <p:ext uri="{BB962C8B-B14F-4D97-AF65-F5344CB8AC3E}">
        <p14:creationId xmlns:p14="http://schemas.microsoft.com/office/powerpoint/2010/main" val="37483400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02F2B-54EE-D59D-EEBB-882A0284B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EDEDED"/>
                </a:solidFill>
                <a:latin typeface="Eras Medium ITC" panose="020B0602030504020804" pitchFamily="34" charset="0"/>
              </a:rPr>
              <a:t>Outline</a:t>
            </a:r>
            <a:endParaRPr lang="en-IN" u="sng" dirty="0">
              <a:solidFill>
                <a:srgbClr val="EDEDED"/>
              </a:solidFill>
              <a:latin typeface="Eras Medium ITC" panose="020B0602030504020804" pitchFamily="34" charset="0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3F7EE5B-CCA0-74A1-DA79-3452462545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996012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73425939"/>
      </p:ext>
    </p:extLst>
  </p:cSld>
  <p:clrMapOvr>
    <a:masterClrMapping/>
  </p:clrMapOvr>
  <p:transition spd="slow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xit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21629-8434-F48E-FF8E-3D2DEEDA2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EDEDED"/>
                </a:solidFill>
                <a:latin typeface="Eras Medium ITC" panose="020B0602030504020804" pitchFamily="34" charset="0"/>
              </a:rPr>
              <a:t>Introduction</a:t>
            </a:r>
            <a:endParaRPr lang="en-IN" u="sng" dirty="0">
              <a:solidFill>
                <a:srgbClr val="EDEDED"/>
              </a:solidFill>
              <a:latin typeface="Eras Medium ITC" panose="020B0602030504020804" pitchFamily="34" charset="0"/>
            </a:endParaRP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81CAE90F-7373-4459-88F5-8A2DFBA3CE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1230625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69947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8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7BE24-61CF-113F-3FA4-EF1FF43292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655762"/>
          </a:xfrm>
        </p:spPr>
        <p:txBody>
          <a:bodyPr>
            <a:normAutofit/>
          </a:bodyPr>
          <a:lstStyle/>
          <a:p>
            <a:r>
              <a:rPr lang="en-IN" sz="4400" u="sng" dirty="0">
                <a:solidFill>
                  <a:srgbClr val="EDEDED"/>
                </a:solidFill>
                <a:latin typeface="Eras Medium ITC" panose="020B0602030504020804" pitchFamily="34" charset="0"/>
              </a:rPr>
              <a:t>Problem Statement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6087B69B-71A0-1D1C-4971-B42DCE2898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1242752"/>
              </p:ext>
            </p:extLst>
          </p:nvPr>
        </p:nvGraphicFramePr>
        <p:xfrm>
          <a:off x="1524000" y="2778125"/>
          <a:ext cx="9144000" cy="16557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99808740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4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A88C8-D84F-C474-3480-3F5D77700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5E186-3AA5-3CF9-68BE-6882BD537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EDEDED"/>
                </a:solidFill>
                <a:latin typeface="Eras Medium ITC" panose="020B0602030504020804" pitchFamily="34" charset="0"/>
              </a:rPr>
              <a:t>AI Psychosis Model (Conceptual Framework)</a:t>
            </a:r>
            <a:endParaRPr lang="en-IN" u="sng" dirty="0">
              <a:solidFill>
                <a:srgbClr val="EDEDED"/>
              </a:solidFill>
              <a:latin typeface="Eras Medium ITC" panose="020B0602030504020804" pitchFamily="34" charset="0"/>
            </a:endParaRP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C942E569-3CC5-DB66-00F3-19733E9063B7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91770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A801B-161B-3467-C51F-2C9D8DEA8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EDEDED"/>
                </a:solidFill>
                <a:latin typeface="Eras Medium ITC" panose="020B0602030504020804" pitchFamily="34" charset="0"/>
              </a:rPr>
              <a:t>Objectives</a:t>
            </a:r>
            <a:endParaRPr lang="en-IN" u="sng" dirty="0">
              <a:solidFill>
                <a:srgbClr val="EDEDED"/>
              </a:solidFill>
              <a:latin typeface="Eras Medium ITC" panose="020B0602030504020804" pitchFamily="34" charset="0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0B4C351-296E-5F46-19BF-5A1D42E7918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356512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32207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D9F34-BC42-7E80-B919-704961925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u="sng" dirty="0">
                <a:solidFill>
                  <a:srgbClr val="EDEDED"/>
                </a:solidFill>
                <a:latin typeface="Eras Medium ITC" panose="020B0602030504020804" pitchFamily="34" charset="0"/>
              </a:rPr>
              <a:t>Observations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6E8667F7-4A1D-E1C9-A1CF-6BEF750279B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1562564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A873E5A-3DA9-A2D8-2EAB-2555AB466EE7}"/>
              </a:ext>
            </a:extLst>
          </p:cNvPr>
          <p:cNvSpPr txBox="1"/>
          <p:nvPr/>
        </p:nvSpPr>
        <p:spPr>
          <a:xfrm>
            <a:off x="838200" y="5992297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rgbClr val="EDEDED"/>
                </a:solidFill>
              </a:rPr>
              <a:t>These observations are based on literature review and preliminary analysis.</a:t>
            </a:r>
          </a:p>
        </p:txBody>
      </p:sp>
    </p:spTree>
    <p:extLst>
      <p:ext uri="{BB962C8B-B14F-4D97-AF65-F5344CB8AC3E}">
        <p14:creationId xmlns:p14="http://schemas.microsoft.com/office/powerpoint/2010/main" val="260245326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8" grpId="0">
        <p:bldAsOne/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C9BB5-E854-56BD-2C8A-266E82E3A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EDEDED"/>
                </a:solidFill>
                <a:latin typeface="Eras Medium ITC" panose="020B0602030504020804" pitchFamily="34" charset="0"/>
              </a:rPr>
              <a:t>Outcome</a:t>
            </a:r>
            <a:endParaRPr lang="en-IN" u="sng" dirty="0">
              <a:solidFill>
                <a:srgbClr val="EDEDED"/>
              </a:solidFill>
              <a:latin typeface="Eras Medium ITC" panose="020B0602030504020804" pitchFamily="34" charset="0"/>
            </a:endParaRP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6ABD8D9-E23E-2E50-E7EF-384740BF27F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1271748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7623621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6" grpId="0">
        <p:bldAsOne/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B4EF1-676F-F5BC-D2D8-4CC86B8D1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EDEDED"/>
                </a:solidFill>
                <a:latin typeface="Eras Medium ITC" panose="020B0602030504020804" pitchFamily="34" charset="0"/>
              </a:rPr>
              <a:t>References</a:t>
            </a:r>
            <a:endParaRPr lang="en-IN" u="sng" dirty="0">
              <a:solidFill>
                <a:srgbClr val="EDEDED"/>
              </a:solidFill>
              <a:latin typeface="Eras Medium ITC" panose="020B0602030504020804" pitchFamily="34" charset="0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7EAB7D0-65B1-3C61-8FF4-42F2E5FE44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65993693"/>
              </p:ext>
            </p:extLst>
          </p:nvPr>
        </p:nvGraphicFramePr>
        <p:xfrm>
          <a:off x="838200" y="1350495"/>
          <a:ext cx="10515600" cy="540889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18576319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478</Words>
  <Application>Microsoft Office PowerPoint</Application>
  <PresentationFormat>Widescreen</PresentationFormat>
  <Paragraphs>56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Eras Medium ITC</vt:lpstr>
      <vt:lpstr>Office Theme</vt:lpstr>
      <vt:lpstr>AI PSYCHOSIS</vt:lpstr>
      <vt:lpstr>Outline</vt:lpstr>
      <vt:lpstr>Introduction</vt:lpstr>
      <vt:lpstr>Problem Statement</vt:lpstr>
      <vt:lpstr>AI Psychosis Model (Conceptual Framework)</vt:lpstr>
      <vt:lpstr>Objectives</vt:lpstr>
      <vt:lpstr>Observations</vt:lpstr>
      <vt:lpstr>Outcome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Rishi Bhardwaj</dc:creator>
  <cp:lastModifiedBy>Rishi Bhardwaj</cp:lastModifiedBy>
  <cp:revision>25</cp:revision>
  <dcterms:created xsi:type="dcterms:W3CDTF">2026-02-18T12:31:21Z</dcterms:created>
  <dcterms:modified xsi:type="dcterms:W3CDTF">2026-04-13T02:00:54Z</dcterms:modified>
</cp:coreProperties>
</file>